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5" name="Shape 75"/>
        <p:cNvGrpSpPr/>
        <p:nvPr/>
      </p:nvGrpSpPr>
      <p:grpSpPr>
        <a:xfrm>
          <a:off x="0" y="0"/>
          <a:ext cx="0" cy="0"/>
          <a:chOff x="0" y="0"/>
          <a:chExt cx="0" cy="0"/>
        </a:xfrm>
      </p:grpSpPr>
      <p:sp>
        <p:nvSpPr>
          <p:cNvPr id="76" name="Google Shape;76;g29eddc889a_2_82:notes"/>
          <p:cNvSpPr/>
          <p:nvPr>
            <p:ph idx="2" type="sldImg"/>
          </p:nvPr>
        </p:nvSpPr>
        <p:spPr>
          <a:xfrm>
            <a:off x="1742607" y="685800"/>
            <a:ext cx="3372787"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g29eddc889a_2_82:notes"/>
          <p:cNvSpPr txBox="1"/>
          <p:nvPr>
            <p:ph idx="1" type="body"/>
          </p:nvPr>
        </p:nvSpPr>
        <p:spPr>
          <a:xfrm>
            <a:off x="685800" y="4344025"/>
            <a:ext cx="5486400" cy="41144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1" name="Shape 81"/>
        <p:cNvGrpSpPr/>
        <p:nvPr/>
      </p:nvGrpSpPr>
      <p:grpSpPr>
        <a:xfrm>
          <a:off x="0" y="0"/>
          <a:ext cx="0" cy="0"/>
          <a:chOff x="0" y="0"/>
          <a:chExt cx="0" cy="0"/>
        </a:xfrm>
      </p:grpSpPr>
      <p:sp>
        <p:nvSpPr>
          <p:cNvPr id="82" name="Google Shape;82;g2b6929a708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b6929a708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8" name="Shape 88"/>
        <p:cNvGrpSpPr/>
        <p:nvPr/>
      </p:nvGrpSpPr>
      <p:grpSpPr>
        <a:xfrm>
          <a:off x="0" y="0"/>
          <a:ext cx="0" cy="0"/>
          <a:chOff x="0" y="0"/>
          <a:chExt cx="0" cy="0"/>
        </a:xfrm>
      </p:grpSpPr>
      <p:sp>
        <p:nvSpPr>
          <p:cNvPr id="89" name="Google Shape;89;g2b6929a708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b6929a70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5" name="Shape 95"/>
        <p:cNvGrpSpPr/>
        <p:nvPr/>
      </p:nvGrpSpPr>
      <p:grpSpPr>
        <a:xfrm>
          <a:off x="0" y="0"/>
          <a:ext cx="0" cy="0"/>
          <a:chOff x="0" y="0"/>
          <a:chExt cx="0" cy="0"/>
        </a:xfrm>
      </p:grpSpPr>
      <p:sp>
        <p:nvSpPr>
          <p:cNvPr id="96" name="Google Shape;96;g2b6929a708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b6929a708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2" name="Shape 102"/>
        <p:cNvGrpSpPr/>
        <p:nvPr/>
      </p:nvGrpSpPr>
      <p:grpSpPr>
        <a:xfrm>
          <a:off x="0" y="0"/>
          <a:ext cx="0" cy="0"/>
          <a:chOff x="0" y="0"/>
          <a:chExt cx="0" cy="0"/>
        </a:xfrm>
      </p:grpSpPr>
      <p:sp>
        <p:nvSpPr>
          <p:cNvPr id="103" name="Google Shape;103;g2b6929a70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b6929a70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9" name="Shape 109"/>
        <p:cNvGrpSpPr/>
        <p:nvPr/>
      </p:nvGrpSpPr>
      <p:grpSpPr>
        <a:xfrm>
          <a:off x="0" y="0"/>
          <a:ext cx="0" cy="0"/>
          <a:chOff x="0" y="0"/>
          <a:chExt cx="0" cy="0"/>
        </a:xfrm>
      </p:grpSpPr>
      <p:sp>
        <p:nvSpPr>
          <p:cNvPr id="110" name="Google Shape;110;g2b6929a708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b6929a708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6" name="Shape 116"/>
        <p:cNvGrpSpPr/>
        <p:nvPr/>
      </p:nvGrpSpPr>
      <p:grpSpPr>
        <a:xfrm>
          <a:off x="0" y="0"/>
          <a:ext cx="0" cy="0"/>
          <a:chOff x="0" y="0"/>
          <a:chExt cx="0" cy="0"/>
        </a:xfrm>
      </p:grpSpPr>
      <p:sp>
        <p:nvSpPr>
          <p:cNvPr id="117" name="Google Shape;117;g2b6929a708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b6929a708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5" name="Shape 125"/>
        <p:cNvGrpSpPr/>
        <p:nvPr/>
      </p:nvGrpSpPr>
      <p:grpSpPr>
        <a:xfrm>
          <a:off x="0" y="0"/>
          <a:ext cx="0" cy="0"/>
          <a:chOff x="0" y="0"/>
          <a:chExt cx="0" cy="0"/>
        </a:xfrm>
      </p:grpSpPr>
      <p:sp>
        <p:nvSpPr>
          <p:cNvPr id="126" name="Google Shape;126;g29ee01136d_0_64:notes"/>
          <p:cNvSpPr txBox="1"/>
          <p:nvPr>
            <p:ph idx="1" type="body"/>
          </p:nvPr>
        </p:nvSpPr>
        <p:spPr>
          <a:xfrm>
            <a:off x="685800" y="4344025"/>
            <a:ext cx="5486400" cy="411448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29ee01136d_0_64:notes"/>
          <p:cNvSpPr/>
          <p:nvPr>
            <p:ph idx="2" type="sldImg"/>
          </p:nvPr>
        </p:nvSpPr>
        <p:spPr>
          <a:xfrm>
            <a:off x="1742607" y="685800"/>
            <a:ext cx="337278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3" name="Shape 133"/>
        <p:cNvGrpSpPr/>
        <p:nvPr/>
      </p:nvGrpSpPr>
      <p:grpSpPr>
        <a:xfrm>
          <a:off x="0" y="0"/>
          <a:ext cx="0" cy="0"/>
          <a:chOff x="0" y="0"/>
          <a:chExt cx="0" cy="0"/>
        </a:xfrm>
      </p:grpSpPr>
      <p:sp>
        <p:nvSpPr>
          <p:cNvPr id="134" name="Google Shape;134;g4fdfc557cb_0_1:notes"/>
          <p:cNvSpPr txBox="1"/>
          <p:nvPr>
            <p:ph idx="1" type="body"/>
          </p:nvPr>
        </p:nvSpPr>
        <p:spPr>
          <a:xfrm>
            <a:off x="685800" y="4344025"/>
            <a:ext cx="5486400" cy="41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4fdfc557cb_0_1:notes"/>
          <p:cNvSpPr/>
          <p:nvPr>
            <p:ph idx="2" type="sldImg"/>
          </p:nvPr>
        </p:nvSpPr>
        <p:spPr>
          <a:xfrm>
            <a:off x="1742607" y="685800"/>
            <a:ext cx="3372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0" name="Shape 140"/>
        <p:cNvGrpSpPr/>
        <p:nvPr/>
      </p:nvGrpSpPr>
      <p:grpSpPr>
        <a:xfrm>
          <a:off x="0" y="0"/>
          <a:ext cx="0" cy="0"/>
          <a:chOff x="0" y="0"/>
          <a:chExt cx="0" cy="0"/>
        </a:xfrm>
      </p:grpSpPr>
      <p:sp>
        <p:nvSpPr>
          <p:cNvPr id="141" name="Google Shape;141;g29ee01136d_0_77:notes"/>
          <p:cNvSpPr txBox="1"/>
          <p:nvPr>
            <p:ph idx="1" type="body"/>
          </p:nvPr>
        </p:nvSpPr>
        <p:spPr>
          <a:xfrm>
            <a:off x="685800" y="4344025"/>
            <a:ext cx="5486400" cy="411448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29ee01136d_0_77:notes"/>
          <p:cNvSpPr/>
          <p:nvPr>
            <p:ph idx="2" type="sldImg"/>
          </p:nvPr>
        </p:nvSpPr>
        <p:spPr>
          <a:xfrm>
            <a:off x="1742607" y="685800"/>
            <a:ext cx="337278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8" name="Shape 148"/>
        <p:cNvGrpSpPr/>
        <p:nvPr/>
      </p:nvGrpSpPr>
      <p:grpSpPr>
        <a:xfrm>
          <a:off x="0" y="0"/>
          <a:ext cx="0" cy="0"/>
          <a:chOff x="0" y="0"/>
          <a:chExt cx="0" cy="0"/>
        </a:xfrm>
      </p:grpSpPr>
      <p:sp>
        <p:nvSpPr>
          <p:cNvPr id="149" name="Google Shape;149;g29ee01136d_0_84:notes"/>
          <p:cNvSpPr txBox="1"/>
          <p:nvPr>
            <p:ph idx="1" type="body"/>
          </p:nvPr>
        </p:nvSpPr>
        <p:spPr>
          <a:xfrm>
            <a:off x="685800" y="4344025"/>
            <a:ext cx="5486400" cy="41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g29ee01136d_0_84:notes"/>
          <p:cNvSpPr/>
          <p:nvPr>
            <p:ph idx="2" type="sldImg"/>
          </p:nvPr>
        </p:nvSpPr>
        <p:spPr>
          <a:xfrm>
            <a:off x="1742607" y="685800"/>
            <a:ext cx="3372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7" name="Shape 157"/>
        <p:cNvGrpSpPr/>
        <p:nvPr/>
      </p:nvGrpSpPr>
      <p:grpSpPr>
        <a:xfrm>
          <a:off x="0" y="0"/>
          <a:ext cx="0" cy="0"/>
          <a:chOff x="0" y="0"/>
          <a:chExt cx="0" cy="0"/>
        </a:xfrm>
      </p:grpSpPr>
      <p:sp>
        <p:nvSpPr>
          <p:cNvPr id="158" name="Google Shape;158;g29fc16523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9fc16523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9" name="Shape 169"/>
        <p:cNvGrpSpPr/>
        <p:nvPr/>
      </p:nvGrpSpPr>
      <p:grpSpPr>
        <a:xfrm>
          <a:off x="0" y="0"/>
          <a:ext cx="0" cy="0"/>
          <a:chOff x="0" y="0"/>
          <a:chExt cx="0" cy="0"/>
        </a:xfrm>
      </p:grpSpPr>
      <p:sp>
        <p:nvSpPr>
          <p:cNvPr id="170" name="Google Shape;170;g29ee01136d_0_219:notes"/>
          <p:cNvSpPr txBox="1"/>
          <p:nvPr>
            <p:ph idx="1" type="body"/>
          </p:nvPr>
        </p:nvSpPr>
        <p:spPr>
          <a:xfrm>
            <a:off x="685800" y="4344025"/>
            <a:ext cx="5486400" cy="411448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29ee01136d_0_219:notes"/>
          <p:cNvSpPr/>
          <p:nvPr>
            <p:ph idx="2" type="sldImg"/>
          </p:nvPr>
        </p:nvSpPr>
        <p:spPr>
          <a:xfrm>
            <a:off x="1742607" y="685800"/>
            <a:ext cx="337278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6" name="Shape 176"/>
        <p:cNvGrpSpPr/>
        <p:nvPr/>
      </p:nvGrpSpPr>
      <p:grpSpPr>
        <a:xfrm>
          <a:off x="0" y="0"/>
          <a:ext cx="0" cy="0"/>
          <a:chOff x="0" y="0"/>
          <a:chExt cx="0" cy="0"/>
        </a:xfrm>
      </p:grpSpPr>
      <p:sp>
        <p:nvSpPr>
          <p:cNvPr id="177" name="Google Shape;177;g2b6929a70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b6929a708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3" name="Shape 183"/>
        <p:cNvGrpSpPr/>
        <p:nvPr/>
      </p:nvGrpSpPr>
      <p:grpSpPr>
        <a:xfrm>
          <a:off x="0" y="0"/>
          <a:ext cx="0" cy="0"/>
          <a:chOff x="0" y="0"/>
          <a:chExt cx="0" cy="0"/>
        </a:xfrm>
      </p:grpSpPr>
      <p:sp>
        <p:nvSpPr>
          <p:cNvPr id="184" name="Google Shape;184;g2b6929a70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b6929a70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0" name="Shape 190"/>
        <p:cNvGrpSpPr/>
        <p:nvPr/>
      </p:nvGrpSpPr>
      <p:grpSpPr>
        <a:xfrm>
          <a:off x="0" y="0"/>
          <a:ext cx="0" cy="0"/>
          <a:chOff x="0" y="0"/>
          <a:chExt cx="0" cy="0"/>
        </a:xfrm>
      </p:grpSpPr>
      <p:sp>
        <p:nvSpPr>
          <p:cNvPr id="191" name="Google Shape;191;g2b6929a708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b6929a708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8" name="Shape 198"/>
        <p:cNvGrpSpPr/>
        <p:nvPr/>
      </p:nvGrpSpPr>
      <p:grpSpPr>
        <a:xfrm>
          <a:off x="0" y="0"/>
          <a:ext cx="0" cy="0"/>
          <a:chOff x="0" y="0"/>
          <a:chExt cx="0" cy="0"/>
        </a:xfrm>
      </p:grpSpPr>
      <p:sp>
        <p:nvSpPr>
          <p:cNvPr id="199" name="Google Shape;199;g29ee01136d_0_231:notes"/>
          <p:cNvSpPr txBox="1"/>
          <p:nvPr>
            <p:ph idx="1" type="body"/>
          </p:nvPr>
        </p:nvSpPr>
        <p:spPr>
          <a:xfrm>
            <a:off x="685800" y="4344025"/>
            <a:ext cx="5486400" cy="411448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29ee01136d_0_231:notes"/>
          <p:cNvSpPr/>
          <p:nvPr>
            <p:ph idx="2" type="sldImg"/>
          </p:nvPr>
        </p:nvSpPr>
        <p:spPr>
          <a:xfrm>
            <a:off x="1742607" y="685800"/>
            <a:ext cx="337278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showMasterSp="0" type="title">
  <p:cSld name="TITLE">
    <p:spTree>
      <p:nvGrpSpPr>
        <p:cNvPr id="15" name="Shape 15"/>
        <p:cNvGrpSpPr/>
        <p:nvPr/>
      </p:nvGrpSpPr>
      <p:grpSpPr>
        <a:xfrm>
          <a:off x="0" y="0"/>
          <a:ext cx="0" cy="0"/>
          <a:chOff x="0" y="0"/>
          <a:chExt cx="0" cy="0"/>
        </a:xfrm>
      </p:grpSpPr>
      <p:pic>
        <p:nvPicPr>
          <p:cNvPr descr="Panoramic From Rood2-TDD" id="16" name="Google Shape;16;p2"/>
          <p:cNvPicPr preferRelativeResize="0"/>
          <p:nvPr/>
        </p:nvPicPr>
        <p:blipFill rotWithShape="1">
          <a:blip r:embed="rId2">
            <a:alphaModFix/>
          </a:blip>
          <a:srcRect b="0" l="0" r="0" t="0"/>
          <a:stretch/>
        </p:blipFill>
        <p:spPr>
          <a:xfrm>
            <a:off x="0" y="2343150"/>
            <a:ext cx="9144000" cy="2743200"/>
          </a:xfrm>
          <a:prstGeom prst="rect">
            <a:avLst/>
          </a:prstGeom>
          <a:noFill/>
          <a:ln>
            <a:noFill/>
          </a:ln>
        </p:spPr>
      </p:pic>
      <p:sp>
        <p:nvSpPr>
          <p:cNvPr id="17" name="Google Shape;17;p2"/>
          <p:cNvSpPr txBox="1"/>
          <p:nvPr>
            <p:ph type="ctrTitle"/>
          </p:nvPr>
        </p:nvSpPr>
        <p:spPr>
          <a:xfrm>
            <a:off x="152400" y="1200150"/>
            <a:ext cx="8763000" cy="1028700"/>
          </a:xfrm>
          <a:prstGeom prst="rect">
            <a:avLst/>
          </a:prstGeom>
          <a:noFill/>
          <a:ln>
            <a:noFill/>
          </a:ln>
        </p:spPr>
        <p:txBody>
          <a:bodyPr anchorCtr="0" anchor="ctr" bIns="91425" lIns="91425" spcFirstLastPara="1" rIns="91425" wrap="square" tIns="91425"/>
          <a:lstStyle>
            <a:lvl1pPr indent="0" lvl="0" marL="0" marR="0" rtl="0" algn="ctr">
              <a:lnSpc>
                <a:spcPct val="90000"/>
              </a:lnSpc>
              <a:spcBef>
                <a:spcPts val="0"/>
              </a:spcBef>
              <a:spcAft>
                <a:spcPts val="0"/>
              </a:spcAft>
              <a:buSzPts val="1400"/>
              <a:buNone/>
              <a:defRPr b="1" i="0" sz="3200" u="none" cap="none" strike="noStrike">
                <a:solidFill>
                  <a:schemeClr val="dk2"/>
                </a:solidFill>
                <a:latin typeface="Calibri"/>
                <a:ea typeface="Calibri"/>
                <a:cs typeface="Calibri"/>
                <a:sym typeface="Calibri"/>
              </a:defRPr>
            </a:lvl1pPr>
            <a:lvl2pPr indent="0" lvl="1"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2pPr>
            <a:lvl3pPr indent="0" lvl="2"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3pPr>
            <a:lvl4pPr indent="0" lvl="3"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4pPr>
            <a:lvl5pPr indent="0" lvl="4"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5pPr>
            <a:lvl6pPr indent="0" lvl="5" marL="4572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6pPr>
            <a:lvl7pPr indent="0" lvl="6" marL="9144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7pPr>
            <a:lvl8pPr indent="0" lvl="7" marL="13716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8pPr>
            <a:lvl9pPr indent="0" lvl="8" marL="18288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18" name="Google Shape;18;p2"/>
          <p:cNvSpPr txBox="1"/>
          <p:nvPr>
            <p:ph idx="1" type="subTitle"/>
          </p:nvPr>
        </p:nvSpPr>
        <p:spPr>
          <a:xfrm>
            <a:off x="152400" y="2057400"/>
            <a:ext cx="8991600" cy="399900"/>
          </a:xfrm>
          <a:prstGeom prst="rect">
            <a:avLst/>
          </a:prstGeom>
          <a:noFill/>
          <a:ln>
            <a:noFill/>
          </a:ln>
        </p:spPr>
        <p:txBody>
          <a:bodyPr anchorCtr="0" anchor="b" bIns="91425" lIns="91425" spcFirstLastPara="1" rIns="91425" wrap="square" tIns="91425"/>
          <a:lstStyle>
            <a:lvl1pPr indent="0" lvl="0" marL="0" marR="0" rtl="0" algn="ctr">
              <a:spcBef>
                <a:spcPts val="400"/>
              </a:spcBef>
              <a:spcAft>
                <a:spcPts val="0"/>
              </a:spcAft>
              <a:buClr>
                <a:schemeClr val="dk1"/>
              </a:buClr>
              <a:buSzPts val="2000"/>
              <a:buFont typeface="Noto Sans Symbols"/>
              <a:buNone/>
              <a:defRPr b="0" i="1" sz="2000" u="none" cap="none" strike="noStrike">
                <a:solidFill>
                  <a:schemeClr val="dk1"/>
                </a:solidFill>
                <a:latin typeface="Calibri"/>
                <a:ea typeface="Calibri"/>
                <a:cs typeface="Calibri"/>
                <a:sym typeface="Calibri"/>
              </a:defRPr>
            </a:lvl1pPr>
            <a:lvl2pPr indent="-285750" lvl="1" marL="74295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2pPr>
            <a:lvl3pPr indent="-228600" lvl="2" marL="11430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228600" lvl="3" marL="16002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4pPr>
            <a:lvl5pPr indent="-228600" lvl="4" marL="20574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5pPr>
            <a:lvl6pPr indent="-228600" lvl="5" marL="25146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6pPr>
            <a:lvl7pPr indent="-228600" lvl="6" marL="29718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7pPr>
            <a:lvl8pPr indent="-228600" lvl="7" marL="34290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8pPr>
            <a:lvl9pPr indent="-228600" lvl="8" marL="38862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9pPr>
          </a:lstStyle>
          <a:p/>
        </p:txBody>
      </p:sp>
      <p:sp>
        <p:nvSpPr>
          <p:cNvPr id="19" name="Google Shape;19;p2"/>
          <p:cNvSpPr txBox="1"/>
          <p:nvPr>
            <p:ph idx="12" type="sldNum"/>
          </p:nvPr>
        </p:nvSpPr>
        <p:spPr>
          <a:xfrm>
            <a:off x="6553200" y="4917578"/>
            <a:ext cx="2133600" cy="225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sz="1400">
                <a:solidFill>
                  <a:schemeClr val="lt1"/>
                </a:solidFill>
                <a:latin typeface="Arial"/>
                <a:ea typeface="Arial"/>
                <a:cs typeface="Arial"/>
                <a:sym typeface="Arial"/>
              </a:defRPr>
            </a:lvl1pPr>
            <a:lvl2pPr indent="0" lvl="1" marL="0" marR="0" rtl="0" algn="r">
              <a:spcBef>
                <a:spcPts val="0"/>
              </a:spcBef>
              <a:spcAft>
                <a:spcPts val="0"/>
              </a:spcAft>
              <a:buNone/>
              <a:defRPr sz="1400">
                <a:solidFill>
                  <a:schemeClr val="lt1"/>
                </a:solidFill>
                <a:latin typeface="Arial"/>
                <a:ea typeface="Arial"/>
                <a:cs typeface="Arial"/>
                <a:sym typeface="Arial"/>
              </a:defRPr>
            </a:lvl2pPr>
            <a:lvl3pPr indent="0" lvl="2" marL="0" marR="0" rtl="0" algn="r">
              <a:spcBef>
                <a:spcPts val="0"/>
              </a:spcBef>
              <a:spcAft>
                <a:spcPts val="0"/>
              </a:spcAft>
              <a:buNone/>
              <a:defRPr sz="1400">
                <a:solidFill>
                  <a:schemeClr val="lt1"/>
                </a:solidFill>
                <a:latin typeface="Arial"/>
                <a:ea typeface="Arial"/>
                <a:cs typeface="Arial"/>
                <a:sym typeface="Arial"/>
              </a:defRPr>
            </a:lvl3pPr>
            <a:lvl4pPr indent="0" lvl="3" marL="0" marR="0" rtl="0" algn="r">
              <a:spcBef>
                <a:spcPts val="0"/>
              </a:spcBef>
              <a:spcAft>
                <a:spcPts val="0"/>
              </a:spcAft>
              <a:buNone/>
              <a:defRPr sz="1400">
                <a:solidFill>
                  <a:schemeClr val="lt1"/>
                </a:solidFill>
                <a:latin typeface="Arial"/>
                <a:ea typeface="Arial"/>
                <a:cs typeface="Arial"/>
                <a:sym typeface="Arial"/>
              </a:defRPr>
            </a:lvl4pPr>
            <a:lvl5pPr indent="0" lvl="4" marL="0" marR="0" rtl="0" algn="r">
              <a:spcBef>
                <a:spcPts val="0"/>
              </a:spcBef>
              <a:spcAft>
                <a:spcPts val="0"/>
              </a:spcAft>
              <a:buNone/>
              <a:defRPr sz="1400">
                <a:solidFill>
                  <a:schemeClr val="lt1"/>
                </a:solidFill>
                <a:latin typeface="Arial"/>
                <a:ea typeface="Arial"/>
                <a:cs typeface="Arial"/>
                <a:sym typeface="Arial"/>
              </a:defRPr>
            </a:lvl5pPr>
            <a:lvl6pPr indent="0" lvl="5" marL="0" marR="0" rtl="0" algn="r">
              <a:spcBef>
                <a:spcPts val="0"/>
              </a:spcBef>
              <a:spcAft>
                <a:spcPts val="0"/>
              </a:spcAft>
              <a:buNone/>
              <a:defRPr sz="1400">
                <a:solidFill>
                  <a:schemeClr val="lt1"/>
                </a:solidFill>
                <a:latin typeface="Arial"/>
                <a:ea typeface="Arial"/>
                <a:cs typeface="Arial"/>
                <a:sym typeface="Arial"/>
              </a:defRPr>
            </a:lvl6pPr>
            <a:lvl7pPr indent="0" lvl="6" marL="0" marR="0" rtl="0" algn="r">
              <a:spcBef>
                <a:spcPts val="0"/>
              </a:spcBef>
              <a:spcAft>
                <a:spcPts val="0"/>
              </a:spcAft>
              <a:buNone/>
              <a:defRPr sz="1400">
                <a:solidFill>
                  <a:schemeClr val="lt1"/>
                </a:solidFill>
                <a:latin typeface="Arial"/>
                <a:ea typeface="Arial"/>
                <a:cs typeface="Arial"/>
                <a:sym typeface="Arial"/>
              </a:defRPr>
            </a:lvl7pPr>
            <a:lvl8pPr indent="0" lvl="7" marL="0" marR="0" rtl="0" algn="r">
              <a:spcBef>
                <a:spcPts val="0"/>
              </a:spcBef>
              <a:spcAft>
                <a:spcPts val="0"/>
              </a:spcAft>
              <a:buNone/>
              <a:defRPr sz="1400">
                <a:solidFill>
                  <a:schemeClr val="lt1"/>
                </a:solidFill>
                <a:latin typeface="Arial"/>
                <a:ea typeface="Arial"/>
                <a:cs typeface="Arial"/>
                <a:sym typeface="Arial"/>
              </a:defRPr>
            </a:lvl8pPr>
            <a:lvl9pPr indent="0" lvl="8" marL="0" marR="0" rtl="0" algn="r">
              <a:spcBef>
                <a:spcPts val="0"/>
              </a:spcBef>
              <a:spcAft>
                <a:spcPts val="0"/>
              </a:spcAft>
              <a:buNone/>
              <a:defRPr sz="14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pic>
        <p:nvPicPr>
          <p:cNvPr descr="blue strip copy" id="20" name="Google Shape;20;p2"/>
          <p:cNvPicPr preferRelativeResize="0"/>
          <p:nvPr/>
        </p:nvPicPr>
        <p:blipFill rotWithShape="1">
          <a:blip r:embed="rId3">
            <a:alphaModFix/>
          </a:blip>
          <a:srcRect b="0" l="0" r="0" t="0"/>
          <a:stretch/>
        </p:blipFill>
        <p:spPr>
          <a:xfrm>
            <a:off x="0" y="0"/>
            <a:ext cx="9144000" cy="283375"/>
          </a:xfrm>
          <a:prstGeom prst="rect">
            <a:avLst/>
          </a:prstGeom>
          <a:noFill/>
          <a:ln>
            <a:noFill/>
          </a:ln>
        </p:spPr>
      </p:pic>
      <p:pic>
        <p:nvPicPr>
          <p:cNvPr descr="blue strip copy" id="21" name="Google Shape;21;p2"/>
          <p:cNvPicPr preferRelativeResize="0"/>
          <p:nvPr/>
        </p:nvPicPr>
        <p:blipFill rotWithShape="1">
          <a:blip r:embed="rId4">
            <a:alphaModFix/>
          </a:blip>
          <a:srcRect b="0" l="-35" r="0" t="20168"/>
          <a:stretch/>
        </p:blipFill>
        <p:spPr>
          <a:xfrm>
            <a:off x="0" y="4917275"/>
            <a:ext cx="9144000" cy="226225"/>
          </a:xfrm>
          <a:prstGeom prst="rect">
            <a:avLst/>
          </a:prstGeom>
          <a:noFill/>
          <a:ln>
            <a:noFill/>
          </a:ln>
        </p:spPr>
      </p:pic>
      <p:pic>
        <p:nvPicPr>
          <p:cNvPr descr="Nevada_Master_stack_slogan_4c large" id="22" name="Google Shape;22;p2"/>
          <p:cNvPicPr preferRelativeResize="0"/>
          <p:nvPr/>
        </p:nvPicPr>
        <p:blipFill rotWithShape="1">
          <a:blip r:embed="rId5">
            <a:alphaModFix/>
          </a:blip>
          <a:srcRect b="0" l="0" r="0" t="0"/>
          <a:stretch/>
        </p:blipFill>
        <p:spPr>
          <a:xfrm>
            <a:off x="3844924" y="267691"/>
            <a:ext cx="1342985" cy="99335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p:cSld name="Title and Content">
    <p:spTree>
      <p:nvGrpSpPr>
        <p:cNvPr id="23" name="Shape 23"/>
        <p:cNvGrpSpPr/>
        <p:nvPr/>
      </p:nvGrpSpPr>
      <p:grpSpPr>
        <a:xfrm>
          <a:off x="0" y="0"/>
          <a:ext cx="0" cy="0"/>
          <a:chOff x="0" y="0"/>
          <a:chExt cx="0" cy="0"/>
        </a:xfrm>
      </p:grpSpPr>
      <p:sp>
        <p:nvSpPr>
          <p:cNvPr id="24" name="Google Shape;24;p3"/>
          <p:cNvSpPr txBox="1"/>
          <p:nvPr>
            <p:ph type="title"/>
          </p:nvPr>
        </p:nvSpPr>
        <p:spPr>
          <a:xfrm>
            <a:off x="1447800" y="285750"/>
            <a:ext cx="7391400" cy="5715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SzPts val="1400"/>
              <a:buNone/>
              <a:defRPr b="1" i="0" sz="2800" u="none" cap="none" strike="noStrike">
                <a:solidFill>
                  <a:schemeClr val="dk2"/>
                </a:solidFill>
                <a:latin typeface="Calibri"/>
                <a:ea typeface="Calibri"/>
                <a:cs typeface="Calibri"/>
                <a:sym typeface="Calibri"/>
              </a:defRPr>
            </a:lvl1pPr>
            <a:lvl2pPr indent="0" lvl="1"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2pPr>
            <a:lvl3pPr indent="0" lvl="2"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3pPr>
            <a:lvl4pPr indent="0" lvl="3"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4pPr>
            <a:lvl5pPr indent="0" lvl="4"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5pPr>
            <a:lvl6pPr indent="0" lvl="5" marL="4572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6pPr>
            <a:lvl7pPr indent="0" lvl="6" marL="9144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7pPr>
            <a:lvl8pPr indent="0" lvl="7" marL="13716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8pPr>
            <a:lvl9pPr indent="0" lvl="8" marL="18288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25" name="Google Shape;25;p3"/>
          <p:cNvSpPr txBox="1"/>
          <p:nvPr>
            <p:ph idx="1" type="body"/>
          </p:nvPr>
        </p:nvSpPr>
        <p:spPr>
          <a:xfrm>
            <a:off x="1143000" y="1085850"/>
            <a:ext cx="7696200" cy="3657600"/>
          </a:xfrm>
          <a:prstGeom prst="rect">
            <a:avLst/>
          </a:prstGeom>
          <a:noFill/>
          <a:ln>
            <a:noFill/>
          </a:ln>
        </p:spPr>
        <p:txBody>
          <a:bodyPr anchorCtr="0" anchor="t" bIns="91425" lIns="91425" spcFirstLastPara="1" rIns="91425" wrap="square" tIns="91425"/>
          <a:lstStyle>
            <a:lvl1pPr indent="-381000" lvl="0" marL="4572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Merriweather Sans"/>
              <a:buChar char="−"/>
              <a:defRPr b="0" i="0" sz="24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81000" lvl="3" marL="18288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4pPr>
            <a:lvl5pPr indent="-381000" lvl="4" marL="22860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26" name="Shape 26"/>
        <p:cNvGrpSpPr/>
        <p:nvPr/>
      </p:nvGrpSpPr>
      <p:grpSpPr>
        <a:xfrm>
          <a:off x="0" y="0"/>
          <a:ext cx="0" cy="0"/>
          <a:chOff x="0" y="0"/>
          <a:chExt cx="0" cy="0"/>
        </a:xfrm>
      </p:grpSpPr>
      <p:sp>
        <p:nvSpPr>
          <p:cNvPr id="27" name="Google Shape;27;p4"/>
          <p:cNvSpPr txBox="1"/>
          <p:nvPr>
            <p:ph idx="10" type="dt"/>
          </p:nvPr>
        </p:nvSpPr>
        <p:spPr>
          <a:xfrm>
            <a:off x="533400" y="4572000"/>
            <a:ext cx="2133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 name="Google Shape;28;p4"/>
          <p:cNvSpPr txBox="1"/>
          <p:nvPr>
            <p:ph idx="11" type="ftr"/>
          </p:nvPr>
        </p:nvSpPr>
        <p:spPr>
          <a:xfrm>
            <a:off x="3124200" y="4683919"/>
            <a:ext cx="2895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29" name="Shape 29"/>
        <p:cNvGrpSpPr/>
        <p:nvPr/>
      </p:nvGrpSpPr>
      <p:grpSpPr>
        <a:xfrm>
          <a:off x="0" y="0"/>
          <a:ext cx="0" cy="0"/>
          <a:chOff x="0" y="0"/>
          <a:chExt cx="0" cy="0"/>
        </a:xfrm>
      </p:grpSpPr>
      <p:sp>
        <p:nvSpPr>
          <p:cNvPr id="30" name="Google Shape;30;p5"/>
          <p:cNvSpPr txBox="1"/>
          <p:nvPr>
            <p:ph type="title"/>
          </p:nvPr>
        </p:nvSpPr>
        <p:spPr>
          <a:xfrm>
            <a:off x="722313" y="3305175"/>
            <a:ext cx="7772400" cy="1021500"/>
          </a:xfrm>
          <a:prstGeom prst="rect">
            <a:avLst/>
          </a:prstGeom>
          <a:noFill/>
          <a:ln>
            <a:noFill/>
          </a:ln>
        </p:spPr>
        <p:txBody>
          <a:bodyPr anchorCtr="0" anchor="t" bIns="91425" lIns="91425" spcFirstLastPara="1" rIns="91425" wrap="square" tIns="91425"/>
          <a:lstStyle>
            <a:lvl1pPr indent="0" lvl="0" marL="0" marR="0" rtl="0" algn="l">
              <a:lnSpc>
                <a:spcPct val="90000"/>
              </a:lnSpc>
              <a:spcBef>
                <a:spcPts val="0"/>
              </a:spcBef>
              <a:spcAft>
                <a:spcPts val="0"/>
              </a:spcAft>
              <a:buSzPts val="1400"/>
              <a:buNone/>
              <a:defRPr b="1" i="0" sz="4000" u="none" cap="none" strike="noStrike">
                <a:solidFill>
                  <a:schemeClr val="dk2"/>
                </a:solidFill>
                <a:latin typeface="Calibri"/>
                <a:ea typeface="Calibri"/>
                <a:cs typeface="Calibri"/>
                <a:sym typeface="Calibri"/>
              </a:defRPr>
            </a:lvl1pPr>
            <a:lvl2pPr indent="0" lvl="1"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2pPr>
            <a:lvl3pPr indent="0" lvl="2"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3pPr>
            <a:lvl4pPr indent="0" lvl="3"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4pPr>
            <a:lvl5pPr indent="0" lvl="4"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5pPr>
            <a:lvl6pPr indent="0" lvl="5" marL="4572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6pPr>
            <a:lvl7pPr indent="0" lvl="6" marL="9144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7pPr>
            <a:lvl8pPr indent="0" lvl="7" marL="13716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8pPr>
            <a:lvl9pPr indent="0" lvl="8" marL="18288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31" name="Google Shape;31;p5"/>
          <p:cNvSpPr txBox="1"/>
          <p:nvPr>
            <p:ph idx="1" type="body"/>
          </p:nvPr>
        </p:nvSpPr>
        <p:spPr>
          <a:xfrm>
            <a:off x="722313" y="2180035"/>
            <a:ext cx="7772400" cy="1125000"/>
          </a:xfrm>
          <a:prstGeom prst="rect">
            <a:avLst/>
          </a:prstGeom>
          <a:noFill/>
          <a:ln>
            <a:noFill/>
          </a:ln>
        </p:spPr>
        <p:txBody>
          <a:bodyPr anchorCtr="0" anchor="b" bIns="91425" lIns="91425" spcFirstLastPara="1" rIns="91425" wrap="square" tIns="91425"/>
          <a:lstStyle>
            <a:lvl1pPr indent="-228600" lvl="0" marL="457200" marR="0" rtl="0" algn="l">
              <a:spcBef>
                <a:spcPts val="400"/>
              </a:spcBef>
              <a:spcAft>
                <a:spcPts val="0"/>
              </a:spcAft>
              <a:buClr>
                <a:schemeClr val="dk1"/>
              </a:buClr>
              <a:buSzPts val="2000"/>
              <a:buFont typeface="Noto Sans Symbols"/>
              <a:buNone/>
              <a:defRPr b="1" i="0" sz="20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indent="-228600" lvl="2" marL="1371600" marR="0" rtl="0" algn="l">
              <a:spcBef>
                <a:spcPts val="320"/>
              </a:spcBef>
              <a:spcAft>
                <a:spcPts val="0"/>
              </a:spcAft>
              <a:buClr>
                <a:schemeClr val="dk1"/>
              </a:buClr>
              <a:buSzPts val="1600"/>
              <a:buFont typeface="Calibri"/>
              <a:buNone/>
              <a:defRPr b="0" i="0" sz="1600" u="none" cap="none" strike="noStrike">
                <a:solidFill>
                  <a:schemeClr val="dk1"/>
                </a:solidFill>
                <a:latin typeface="Calibri"/>
                <a:ea typeface="Calibri"/>
                <a:cs typeface="Calibri"/>
                <a:sym typeface="Calibri"/>
              </a:defRPr>
            </a:lvl3pPr>
            <a:lvl4pPr indent="-228600" lvl="3" marL="1828800" marR="0" rtl="0" algn="l">
              <a:spcBef>
                <a:spcPts val="280"/>
              </a:spcBef>
              <a:spcAft>
                <a:spcPts val="0"/>
              </a:spcAft>
              <a:buClr>
                <a:schemeClr val="dk1"/>
              </a:buClr>
              <a:buSzPts val="1400"/>
              <a:buFont typeface="Calibri"/>
              <a:buNone/>
              <a:defRPr b="0" i="0" sz="1400" u="none" cap="none" strike="noStrike">
                <a:solidFill>
                  <a:schemeClr val="dk1"/>
                </a:solidFill>
                <a:latin typeface="Calibri"/>
                <a:ea typeface="Calibri"/>
                <a:cs typeface="Calibri"/>
                <a:sym typeface="Calibri"/>
              </a:defRPr>
            </a:lvl4pPr>
            <a:lvl5pPr indent="-228600" lvl="4" marL="2286000" marR="0" rtl="0" algn="l">
              <a:spcBef>
                <a:spcPts val="280"/>
              </a:spcBef>
              <a:spcAft>
                <a:spcPts val="0"/>
              </a:spcAft>
              <a:buClr>
                <a:schemeClr val="dk1"/>
              </a:buClr>
              <a:buSzPts val="1400"/>
              <a:buFont typeface="Calibri"/>
              <a:buNone/>
              <a:defRPr b="0" i="0" sz="1400" u="none" cap="none" strike="noStrike">
                <a:solidFill>
                  <a:schemeClr val="dk1"/>
                </a:solidFill>
                <a:latin typeface="Calibri"/>
                <a:ea typeface="Calibri"/>
                <a:cs typeface="Calibri"/>
                <a:sym typeface="Calibri"/>
              </a:defRPr>
            </a:lvl5pPr>
            <a:lvl6pPr indent="-228600" lvl="5" marL="2743200" marR="0" rtl="0" algn="l">
              <a:spcBef>
                <a:spcPts val="280"/>
              </a:spcBef>
              <a:spcAft>
                <a:spcPts val="0"/>
              </a:spcAft>
              <a:buClr>
                <a:schemeClr val="dk1"/>
              </a:buClr>
              <a:buSzPts val="1400"/>
              <a:buFont typeface="Calibri"/>
              <a:buNone/>
              <a:defRPr b="0" i="0" sz="1400" u="none" cap="none" strike="noStrike">
                <a:solidFill>
                  <a:schemeClr val="dk1"/>
                </a:solidFill>
                <a:latin typeface="Calibri"/>
                <a:ea typeface="Calibri"/>
                <a:cs typeface="Calibri"/>
                <a:sym typeface="Calibri"/>
              </a:defRPr>
            </a:lvl6pPr>
            <a:lvl7pPr indent="-228600" lvl="6" marL="3200400" marR="0" rtl="0" algn="l">
              <a:spcBef>
                <a:spcPts val="280"/>
              </a:spcBef>
              <a:spcAft>
                <a:spcPts val="0"/>
              </a:spcAft>
              <a:buClr>
                <a:schemeClr val="dk1"/>
              </a:buClr>
              <a:buSzPts val="1400"/>
              <a:buFont typeface="Calibri"/>
              <a:buNone/>
              <a:defRPr b="0" i="0" sz="1400" u="none" cap="none" strike="noStrike">
                <a:solidFill>
                  <a:schemeClr val="dk1"/>
                </a:solidFill>
                <a:latin typeface="Calibri"/>
                <a:ea typeface="Calibri"/>
                <a:cs typeface="Calibri"/>
                <a:sym typeface="Calibri"/>
              </a:defRPr>
            </a:lvl7pPr>
            <a:lvl8pPr indent="-228600" lvl="7" marL="3657600" marR="0" rtl="0" algn="l">
              <a:spcBef>
                <a:spcPts val="280"/>
              </a:spcBef>
              <a:spcAft>
                <a:spcPts val="0"/>
              </a:spcAft>
              <a:buClr>
                <a:schemeClr val="dk1"/>
              </a:buClr>
              <a:buSzPts val="1400"/>
              <a:buFont typeface="Calibri"/>
              <a:buNone/>
              <a:defRPr b="0" i="0" sz="1400" u="none" cap="none" strike="noStrike">
                <a:solidFill>
                  <a:schemeClr val="dk1"/>
                </a:solidFill>
                <a:latin typeface="Calibri"/>
                <a:ea typeface="Calibri"/>
                <a:cs typeface="Calibri"/>
                <a:sym typeface="Calibri"/>
              </a:defRPr>
            </a:lvl8pPr>
            <a:lvl9pPr indent="-228600" lvl="8" marL="4114800" marR="0" rtl="0" algn="l">
              <a:spcBef>
                <a:spcPts val="280"/>
              </a:spcBef>
              <a:spcAft>
                <a:spcPts val="0"/>
              </a:spcAft>
              <a:buClr>
                <a:schemeClr val="dk1"/>
              </a:buClr>
              <a:buSzPts val="1400"/>
              <a:buFont typeface="Calibri"/>
              <a:buNone/>
              <a:defRPr b="0" i="0" sz="1400" u="none" cap="none" strike="noStrike">
                <a:solidFill>
                  <a:schemeClr val="dk1"/>
                </a:solidFill>
                <a:latin typeface="Calibri"/>
                <a:ea typeface="Calibri"/>
                <a:cs typeface="Calibri"/>
                <a:sym typeface="Calibri"/>
              </a:defRPr>
            </a:lvl9pPr>
          </a:lstStyle>
          <a:p/>
        </p:txBody>
      </p:sp>
      <p:sp>
        <p:nvSpPr>
          <p:cNvPr id="32" name="Google Shape;32;p5"/>
          <p:cNvSpPr txBox="1"/>
          <p:nvPr>
            <p:ph idx="10" type="dt"/>
          </p:nvPr>
        </p:nvSpPr>
        <p:spPr>
          <a:xfrm>
            <a:off x="533400" y="4572000"/>
            <a:ext cx="2133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3" name="Google Shape;33;p5"/>
          <p:cNvSpPr txBox="1"/>
          <p:nvPr>
            <p:ph idx="11" type="ftr"/>
          </p:nvPr>
        </p:nvSpPr>
        <p:spPr>
          <a:xfrm>
            <a:off x="3124200" y="4683919"/>
            <a:ext cx="2895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34" name="Shape 34"/>
        <p:cNvGrpSpPr/>
        <p:nvPr/>
      </p:nvGrpSpPr>
      <p:grpSpPr>
        <a:xfrm>
          <a:off x="0" y="0"/>
          <a:ext cx="0" cy="0"/>
          <a:chOff x="0" y="0"/>
          <a:chExt cx="0" cy="0"/>
        </a:xfrm>
      </p:grpSpPr>
      <p:sp>
        <p:nvSpPr>
          <p:cNvPr id="35" name="Google Shape;35;p6"/>
          <p:cNvSpPr txBox="1"/>
          <p:nvPr>
            <p:ph type="title"/>
          </p:nvPr>
        </p:nvSpPr>
        <p:spPr>
          <a:xfrm>
            <a:off x="1447800" y="285750"/>
            <a:ext cx="7391400" cy="5715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SzPts val="1400"/>
              <a:buNone/>
              <a:defRPr b="1" i="0" sz="2800" u="none" cap="none" strike="noStrike">
                <a:solidFill>
                  <a:schemeClr val="dk2"/>
                </a:solidFill>
                <a:latin typeface="Calibri"/>
                <a:ea typeface="Calibri"/>
                <a:cs typeface="Calibri"/>
                <a:sym typeface="Calibri"/>
              </a:defRPr>
            </a:lvl1pPr>
            <a:lvl2pPr indent="0" lvl="1"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2pPr>
            <a:lvl3pPr indent="0" lvl="2"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3pPr>
            <a:lvl4pPr indent="0" lvl="3"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4pPr>
            <a:lvl5pPr indent="0" lvl="4"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5pPr>
            <a:lvl6pPr indent="0" lvl="5" marL="4572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6pPr>
            <a:lvl7pPr indent="0" lvl="6" marL="9144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7pPr>
            <a:lvl8pPr indent="0" lvl="7" marL="13716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8pPr>
            <a:lvl9pPr indent="0" lvl="8" marL="18288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36" name="Google Shape;36;p6"/>
          <p:cNvSpPr txBox="1"/>
          <p:nvPr>
            <p:ph idx="1" type="body"/>
          </p:nvPr>
        </p:nvSpPr>
        <p:spPr>
          <a:xfrm>
            <a:off x="304800" y="1085850"/>
            <a:ext cx="4191000" cy="3508800"/>
          </a:xfrm>
          <a:prstGeom prst="rect">
            <a:avLst/>
          </a:prstGeom>
          <a:noFill/>
          <a:ln>
            <a:noFill/>
          </a:ln>
        </p:spPr>
        <p:txBody>
          <a:bodyPr anchorCtr="0" anchor="t" bIns="91425" lIns="91425" spcFirstLastPara="1" rIns="91425" wrap="square" tIns="91425"/>
          <a:lstStyle>
            <a:lvl1pPr indent="-406400" lvl="0" marL="457200" marR="0" rtl="0" algn="l">
              <a:spcBef>
                <a:spcPts val="560"/>
              </a:spcBef>
              <a:spcAft>
                <a:spcPts val="0"/>
              </a:spcAft>
              <a:buClr>
                <a:schemeClr val="dk1"/>
              </a:buClr>
              <a:buSzPts val="2800"/>
              <a:buFont typeface="Noto Sans Symbols"/>
              <a:buChar char="▪"/>
              <a:defRPr b="1"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9pPr>
          </a:lstStyle>
          <a:p/>
        </p:txBody>
      </p:sp>
      <p:sp>
        <p:nvSpPr>
          <p:cNvPr id="37" name="Google Shape;37;p6"/>
          <p:cNvSpPr txBox="1"/>
          <p:nvPr>
            <p:ph idx="2" type="body"/>
          </p:nvPr>
        </p:nvSpPr>
        <p:spPr>
          <a:xfrm>
            <a:off x="4648200" y="1085850"/>
            <a:ext cx="4191000" cy="3508800"/>
          </a:xfrm>
          <a:prstGeom prst="rect">
            <a:avLst/>
          </a:prstGeom>
          <a:noFill/>
          <a:ln>
            <a:noFill/>
          </a:ln>
        </p:spPr>
        <p:txBody>
          <a:bodyPr anchorCtr="0" anchor="t" bIns="91425" lIns="91425" spcFirstLastPara="1" rIns="91425" wrap="square" tIns="91425"/>
          <a:lstStyle>
            <a:lvl1pPr indent="-406400" lvl="0" marL="457200" marR="0" rtl="0" algn="l">
              <a:spcBef>
                <a:spcPts val="560"/>
              </a:spcBef>
              <a:spcAft>
                <a:spcPts val="0"/>
              </a:spcAft>
              <a:buClr>
                <a:schemeClr val="dk1"/>
              </a:buClr>
              <a:buSzPts val="2800"/>
              <a:buFont typeface="Noto Sans Symbols"/>
              <a:buChar char="▪"/>
              <a:defRPr b="1"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9pPr>
          </a:lstStyle>
          <a:p/>
        </p:txBody>
      </p:sp>
      <p:sp>
        <p:nvSpPr>
          <p:cNvPr id="38" name="Google Shape;38;p6"/>
          <p:cNvSpPr txBox="1"/>
          <p:nvPr>
            <p:ph idx="10" type="dt"/>
          </p:nvPr>
        </p:nvSpPr>
        <p:spPr>
          <a:xfrm>
            <a:off x="533400" y="4572000"/>
            <a:ext cx="2133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683919"/>
            <a:ext cx="2895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SzPts val="1400"/>
              <a:buNone/>
              <a:defRPr b="1" i="0" sz="2800" u="none" cap="none" strike="noStrike">
                <a:solidFill>
                  <a:schemeClr val="dk2"/>
                </a:solidFill>
                <a:latin typeface="Calibri"/>
                <a:ea typeface="Calibri"/>
                <a:cs typeface="Calibri"/>
                <a:sym typeface="Calibri"/>
              </a:defRPr>
            </a:lvl1pPr>
            <a:lvl2pPr indent="0" lvl="1"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2pPr>
            <a:lvl3pPr indent="0" lvl="2"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3pPr>
            <a:lvl4pPr indent="0" lvl="3"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4pPr>
            <a:lvl5pPr indent="0" lvl="4"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5pPr>
            <a:lvl6pPr indent="0" lvl="5" marL="4572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6pPr>
            <a:lvl7pPr indent="0" lvl="6" marL="9144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7pPr>
            <a:lvl8pPr indent="0" lvl="7" marL="13716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8pPr>
            <a:lvl9pPr indent="0" lvl="8" marL="18288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42" name="Google Shape;42;p7"/>
          <p:cNvSpPr txBox="1"/>
          <p:nvPr>
            <p:ph idx="1" type="body"/>
          </p:nvPr>
        </p:nvSpPr>
        <p:spPr>
          <a:xfrm>
            <a:off x="457200" y="1151335"/>
            <a:ext cx="4040100" cy="479700"/>
          </a:xfrm>
          <a:prstGeom prst="rect">
            <a:avLst/>
          </a:prstGeom>
          <a:noFill/>
          <a:ln>
            <a:noFill/>
          </a:ln>
        </p:spPr>
        <p:txBody>
          <a:bodyPr anchorCtr="0" anchor="b" bIns="91425" lIns="91425" spcFirstLastPara="1" rIns="91425" wrap="square" tIns="91425"/>
          <a:lstStyle>
            <a:lvl1pPr indent="-228600" lvl="0" marL="457200" marR="0" rtl="0" algn="l">
              <a:spcBef>
                <a:spcPts val="480"/>
              </a:spcBef>
              <a:spcAft>
                <a:spcPts val="0"/>
              </a:spcAft>
              <a:buClr>
                <a:schemeClr val="dk1"/>
              </a:buClr>
              <a:buSzPts val="2400"/>
              <a:buFont typeface="Noto Sans Symbols"/>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Calibri"/>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Calibri"/>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Calibri"/>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Calibri"/>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Calibri"/>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Calibri"/>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Calibri"/>
              <a:buNone/>
              <a:defRPr b="1" i="0" sz="1600" u="none" cap="none" strike="noStrike">
                <a:solidFill>
                  <a:schemeClr val="dk1"/>
                </a:solidFill>
                <a:latin typeface="Calibri"/>
                <a:ea typeface="Calibri"/>
                <a:cs typeface="Calibri"/>
                <a:sym typeface="Calibri"/>
              </a:defRPr>
            </a:lvl9pPr>
          </a:lstStyle>
          <a:p/>
        </p:txBody>
      </p:sp>
      <p:sp>
        <p:nvSpPr>
          <p:cNvPr id="43" name="Google Shape;43;p7"/>
          <p:cNvSpPr txBox="1"/>
          <p:nvPr>
            <p:ph idx="2" type="body"/>
          </p:nvPr>
        </p:nvSpPr>
        <p:spPr>
          <a:xfrm>
            <a:off x="457200" y="1631156"/>
            <a:ext cx="4040100" cy="2963400"/>
          </a:xfrm>
          <a:prstGeom prst="rect">
            <a:avLst/>
          </a:prstGeom>
          <a:noFill/>
          <a:ln>
            <a:noFill/>
          </a:ln>
        </p:spPr>
        <p:txBody>
          <a:bodyPr anchorCtr="0" anchor="t" bIns="91425" lIns="91425" spcFirstLastPara="1" rIns="91425" wrap="square" tIns="91425"/>
          <a:lstStyle>
            <a:lvl1pPr indent="-381000" lvl="0" marL="457200" marR="0" rtl="0" algn="l">
              <a:spcBef>
                <a:spcPts val="480"/>
              </a:spcBef>
              <a:spcAft>
                <a:spcPts val="0"/>
              </a:spcAft>
              <a:buClr>
                <a:schemeClr val="dk1"/>
              </a:buClr>
              <a:buSzPts val="2400"/>
              <a:buFont typeface="Noto Sans Symbols"/>
              <a:buChar char="▪"/>
              <a:defRPr b="1"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9pPr>
          </a:lstStyle>
          <a:p/>
        </p:txBody>
      </p:sp>
      <p:sp>
        <p:nvSpPr>
          <p:cNvPr id="44" name="Google Shape;44;p7"/>
          <p:cNvSpPr txBox="1"/>
          <p:nvPr>
            <p:ph idx="3" type="body"/>
          </p:nvPr>
        </p:nvSpPr>
        <p:spPr>
          <a:xfrm>
            <a:off x="4645025" y="1151335"/>
            <a:ext cx="4041900" cy="479700"/>
          </a:xfrm>
          <a:prstGeom prst="rect">
            <a:avLst/>
          </a:prstGeom>
          <a:noFill/>
          <a:ln>
            <a:noFill/>
          </a:ln>
        </p:spPr>
        <p:txBody>
          <a:bodyPr anchorCtr="0" anchor="b" bIns="91425" lIns="91425" spcFirstLastPara="1" rIns="91425" wrap="square" tIns="91425"/>
          <a:lstStyle>
            <a:lvl1pPr indent="-228600" lvl="0" marL="457200" marR="0" rtl="0" algn="l">
              <a:spcBef>
                <a:spcPts val="480"/>
              </a:spcBef>
              <a:spcAft>
                <a:spcPts val="0"/>
              </a:spcAft>
              <a:buClr>
                <a:schemeClr val="dk1"/>
              </a:buClr>
              <a:buSzPts val="2400"/>
              <a:buFont typeface="Noto Sans Symbols"/>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Calibri"/>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Calibri"/>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Calibri"/>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Calibri"/>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Calibri"/>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Calibri"/>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Calibri"/>
              <a:buNone/>
              <a:defRPr b="1" i="0" sz="1600" u="none" cap="none" strike="noStrike">
                <a:solidFill>
                  <a:schemeClr val="dk1"/>
                </a:solidFill>
                <a:latin typeface="Calibri"/>
                <a:ea typeface="Calibri"/>
                <a:cs typeface="Calibri"/>
                <a:sym typeface="Calibri"/>
              </a:defRPr>
            </a:lvl9pPr>
          </a:lstStyle>
          <a:p/>
        </p:txBody>
      </p:sp>
      <p:sp>
        <p:nvSpPr>
          <p:cNvPr id="45" name="Google Shape;45;p7"/>
          <p:cNvSpPr txBox="1"/>
          <p:nvPr>
            <p:ph idx="4" type="body"/>
          </p:nvPr>
        </p:nvSpPr>
        <p:spPr>
          <a:xfrm>
            <a:off x="4645025" y="1631156"/>
            <a:ext cx="4041900" cy="2963400"/>
          </a:xfrm>
          <a:prstGeom prst="rect">
            <a:avLst/>
          </a:prstGeom>
          <a:noFill/>
          <a:ln>
            <a:noFill/>
          </a:ln>
        </p:spPr>
        <p:txBody>
          <a:bodyPr anchorCtr="0" anchor="t" bIns="91425" lIns="91425" spcFirstLastPara="1" rIns="91425" wrap="square" tIns="91425"/>
          <a:lstStyle>
            <a:lvl1pPr indent="-381000" lvl="0" marL="457200" marR="0" rtl="0" algn="l">
              <a:spcBef>
                <a:spcPts val="480"/>
              </a:spcBef>
              <a:spcAft>
                <a:spcPts val="0"/>
              </a:spcAft>
              <a:buClr>
                <a:schemeClr val="dk1"/>
              </a:buClr>
              <a:buSzPts val="2400"/>
              <a:buFont typeface="Noto Sans Symbols"/>
              <a:buChar char="▪"/>
              <a:defRPr b="1"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Calibri"/>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9pPr>
          </a:lstStyle>
          <a:p/>
        </p:txBody>
      </p:sp>
      <p:sp>
        <p:nvSpPr>
          <p:cNvPr id="46" name="Google Shape;46;p7"/>
          <p:cNvSpPr txBox="1"/>
          <p:nvPr>
            <p:ph idx="10" type="dt"/>
          </p:nvPr>
        </p:nvSpPr>
        <p:spPr>
          <a:xfrm>
            <a:off x="533400" y="4572000"/>
            <a:ext cx="2133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7" name="Google Shape;47;p7"/>
          <p:cNvSpPr txBox="1"/>
          <p:nvPr>
            <p:ph idx="11" type="ftr"/>
          </p:nvPr>
        </p:nvSpPr>
        <p:spPr>
          <a:xfrm>
            <a:off x="3124200" y="4683919"/>
            <a:ext cx="2895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8" name="Shape 48"/>
        <p:cNvGrpSpPr/>
        <p:nvPr/>
      </p:nvGrpSpPr>
      <p:grpSpPr>
        <a:xfrm>
          <a:off x="0" y="0"/>
          <a:ext cx="0" cy="0"/>
          <a:chOff x="0" y="0"/>
          <a:chExt cx="0" cy="0"/>
        </a:xfrm>
      </p:grpSpPr>
      <p:sp>
        <p:nvSpPr>
          <p:cNvPr id="49" name="Google Shape;49;p8"/>
          <p:cNvSpPr txBox="1"/>
          <p:nvPr>
            <p:ph type="title"/>
          </p:nvPr>
        </p:nvSpPr>
        <p:spPr>
          <a:xfrm>
            <a:off x="1447800" y="285750"/>
            <a:ext cx="7391400" cy="5715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SzPts val="1400"/>
              <a:buNone/>
              <a:defRPr b="1" i="0" sz="2800" u="none" cap="none" strike="noStrike">
                <a:solidFill>
                  <a:schemeClr val="dk2"/>
                </a:solidFill>
                <a:latin typeface="Calibri"/>
                <a:ea typeface="Calibri"/>
                <a:cs typeface="Calibri"/>
                <a:sym typeface="Calibri"/>
              </a:defRPr>
            </a:lvl1pPr>
            <a:lvl2pPr indent="0" lvl="1"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2pPr>
            <a:lvl3pPr indent="0" lvl="2"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3pPr>
            <a:lvl4pPr indent="0" lvl="3"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4pPr>
            <a:lvl5pPr indent="0" lvl="4"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5pPr>
            <a:lvl6pPr indent="0" lvl="5" marL="4572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6pPr>
            <a:lvl7pPr indent="0" lvl="6" marL="9144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7pPr>
            <a:lvl8pPr indent="0" lvl="7" marL="13716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8pPr>
            <a:lvl9pPr indent="0" lvl="8" marL="18288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50" name="Google Shape;50;p8"/>
          <p:cNvSpPr txBox="1"/>
          <p:nvPr>
            <p:ph idx="10" type="dt"/>
          </p:nvPr>
        </p:nvSpPr>
        <p:spPr>
          <a:xfrm>
            <a:off x="533400" y="4572000"/>
            <a:ext cx="2133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1" name="Google Shape;51;p8"/>
          <p:cNvSpPr txBox="1"/>
          <p:nvPr>
            <p:ph idx="11" type="ftr"/>
          </p:nvPr>
        </p:nvSpPr>
        <p:spPr>
          <a:xfrm>
            <a:off x="3124200" y="4683919"/>
            <a:ext cx="2895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52" name="Shape 52"/>
        <p:cNvGrpSpPr/>
        <p:nvPr/>
      </p:nvGrpSpPr>
      <p:grpSpPr>
        <a:xfrm>
          <a:off x="0" y="0"/>
          <a:ext cx="0" cy="0"/>
          <a:chOff x="0" y="0"/>
          <a:chExt cx="0" cy="0"/>
        </a:xfrm>
      </p:grpSpPr>
      <p:sp>
        <p:nvSpPr>
          <p:cNvPr id="53" name="Google Shape;53;p9"/>
          <p:cNvSpPr txBox="1"/>
          <p:nvPr>
            <p:ph type="title"/>
          </p:nvPr>
        </p:nvSpPr>
        <p:spPr>
          <a:xfrm>
            <a:off x="457200" y="204788"/>
            <a:ext cx="3008400" cy="871500"/>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SzPts val="1400"/>
              <a:buNone/>
              <a:defRPr b="1" i="0" sz="2000" u="none" cap="none" strike="noStrike">
                <a:solidFill>
                  <a:schemeClr val="dk2"/>
                </a:solidFill>
                <a:latin typeface="Calibri"/>
                <a:ea typeface="Calibri"/>
                <a:cs typeface="Calibri"/>
                <a:sym typeface="Calibri"/>
              </a:defRPr>
            </a:lvl1pPr>
            <a:lvl2pPr indent="0" lvl="1"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2pPr>
            <a:lvl3pPr indent="0" lvl="2"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3pPr>
            <a:lvl4pPr indent="0" lvl="3"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4pPr>
            <a:lvl5pPr indent="0" lvl="4"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5pPr>
            <a:lvl6pPr indent="0" lvl="5" marL="4572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6pPr>
            <a:lvl7pPr indent="0" lvl="6" marL="9144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7pPr>
            <a:lvl8pPr indent="0" lvl="7" marL="13716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8pPr>
            <a:lvl9pPr indent="0" lvl="8" marL="18288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54" name="Google Shape;54;p9"/>
          <p:cNvSpPr txBox="1"/>
          <p:nvPr>
            <p:ph idx="1" type="body"/>
          </p:nvPr>
        </p:nvSpPr>
        <p:spPr>
          <a:xfrm>
            <a:off x="3575050" y="204788"/>
            <a:ext cx="5111700" cy="4389900"/>
          </a:xfrm>
          <a:prstGeom prst="rect">
            <a:avLst/>
          </a:prstGeom>
          <a:noFill/>
          <a:ln>
            <a:noFill/>
          </a:ln>
        </p:spPr>
        <p:txBody>
          <a:bodyPr anchorCtr="0" anchor="t" bIns="91425" lIns="91425" spcFirstLastPara="1" rIns="91425" wrap="square" tIns="91425"/>
          <a:lstStyle>
            <a:lvl1pPr indent="-431800" lvl="0" marL="457200" marR="0" rtl="0" algn="l">
              <a:spcBef>
                <a:spcPts val="640"/>
              </a:spcBef>
              <a:spcAft>
                <a:spcPts val="0"/>
              </a:spcAft>
              <a:buClr>
                <a:schemeClr val="dk1"/>
              </a:buClr>
              <a:buSzPts val="3200"/>
              <a:buFont typeface="Noto Sans Symbols"/>
              <a:buChar char="▪"/>
              <a:defRPr b="1"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9pPr>
          </a:lstStyle>
          <a:p/>
        </p:txBody>
      </p:sp>
      <p:sp>
        <p:nvSpPr>
          <p:cNvPr id="55" name="Google Shape;55;p9"/>
          <p:cNvSpPr txBox="1"/>
          <p:nvPr>
            <p:ph idx="2" type="body"/>
          </p:nvPr>
        </p:nvSpPr>
        <p:spPr>
          <a:xfrm>
            <a:off x="457200" y="1076325"/>
            <a:ext cx="3008400" cy="3518400"/>
          </a:xfrm>
          <a:prstGeom prst="rect">
            <a:avLst/>
          </a:prstGeom>
          <a:noFill/>
          <a:ln>
            <a:noFill/>
          </a:ln>
        </p:spPr>
        <p:txBody>
          <a:bodyPr anchorCtr="0" anchor="t" bIns="91425" lIns="91425" spcFirstLastPara="1" rIns="91425" wrap="square" tIns="91425"/>
          <a:lstStyle>
            <a:lvl1pPr indent="-228600" lvl="0" marL="457200" marR="0" rtl="0" algn="l">
              <a:spcBef>
                <a:spcPts val="280"/>
              </a:spcBef>
              <a:spcAft>
                <a:spcPts val="0"/>
              </a:spcAft>
              <a:buClr>
                <a:schemeClr val="dk1"/>
              </a:buClr>
              <a:buSzPts val="1400"/>
              <a:buFont typeface="Noto Sans Symbols"/>
              <a:buNone/>
              <a:defRPr b="1"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Calibri"/>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Calibri"/>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Calibri"/>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Calibri"/>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Calibri"/>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Calibri"/>
              <a:buNone/>
              <a:defRPr b="0" i="0" sz="900" u="none" cap="none" strike="noStrike">
                <a:solidFill>
                  <a:schemeClr val="dk1"/>
                </a:solidFill>
                <a:latin typeface="Calibri"/>
                <a:ea typeface="Calibri"/>
                <a:cs typeface="Calibri"/>
                <a:sym typeface="Calibri"/>
              </a:defRPr>
            </a:lvl9pPr>
          </a:lstStyle>
          <a:p/>
        </p:txBody>
      </p:sp>
      <p:sp>
        <p:nvSpPr>
          <p:cNvPr id="56" name="Google Shape;56;p9"/>
          <p:cNvSpPr txBox="1"/>
          <p:nvPr>
            <p:ph idx="10" type="dt"/>
          </p:nvPr>
        </p:nvSpPr>
        <p:spPr>
          <a:xfrm>
            <a:off x="533400" y="4572000"/>
            <a:ext cx="2133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7" name="Google Shape;57;p9"/>
          <p:cNvSpPr txBox="1"/>
          <p:nvPr>
            <p:ph idx="11" type="ftr"/>
          </p:nvPr>
        </p:nvSpPr>
        <p:spPr>
          <a:xfrm>
            <a:off x="3124200" y="4683919"/>
            <a:ext cx="2895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1792288" y="3600450"/>
            <a:ext cx="5486400" cy="425100"/>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SzPts val="1400"/>
              <a:buNone/>
              <a:defRPr b="1" i="0" sz="2000" u="none" cap="none" strike="noStrike">
                <a:solidFill>
                  <a:schemeClr val="dk2"/>
                </a:solidFill>
                <a:latin typeface="Calibri"/>
                <a:ea typeface="Calibri"/>
                <a:cs typeface="Calibri"/>
                <a:sym typeface="Calibri"/>
              </a:defRPr>
            </a:lvl1pPr>
            <a:lvl2pPr indent="0" lvl="1"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2pPr>
            <a:lvl3pPr indent="0" lvl="2"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3pPr>
            <a:lvl4pPr indent="0" lvl="3"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4pPr>
            <a:lvl5pPr indent="0" lvl="4"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5pPr>
            <a:lvl6pPr indent="0" lvl="5" marL="4572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6pPr>
            <a:lvl7pPr indent="0" lvl="6" marL="9144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7pPr>
            <a:lvl8pPr indent="0" lvl="7" marL="13716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8pPr>
            <a:lvl9pPr indent="0" lvl="8" marL="18288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60" name="Google Shape;60;p10"/>
          <p:cNvSpPr/>
          <p:nvPr>
            <p:ph idx="2" type="pic"/>
          </p:nvPr>
        </p:nvSpPr>
        <p:spPr>
          <a:xfrm>
            <a:off x="1792288" y="459581"/>
            <a:ext cx="5486400" cy="3086100"/>
          </a:xfrm>
          <a:prstGeom prst="rect">
            <a:avLst/>
          </a:prstGeom>
          <a:noFill/>
          <a:ln>
            <a:noFill/>
          </a:ln>
        </p:spPr>
        <p:txBody>
          <a:bodyPr anchorCtr="0" anchor="t" bIns="91425" lIns="91425" spcFirstLastPara="1" rIns="91425" wrap="square" tIns="91425"/>
          <a:lstStyle>
            <a:lvl1pPr indent="0" lvl="0" marL="0" marR="0" rtl="0" algn="l">
              <a:spcBef>
                <a:spcPts val="640"/>
              </a:spcBef>
              <a:spcAft>
                <a:spcPts val="0"/>
              </a:spcAft>
              <a:buClr>
                <a:schemeClr val="dk1"/>
              </a:buClr>
              <a:buSzPts val="3200"/>
              <a:buFont typeface="Noto Sans Symbols"/>
              <a:buNone/>
              <a:defRPr b="1" i="0" sz="3200" u="none" cap="none" strike="noStrike">
                <a:solidFill>
                  <a:schemeClr val="dk1"/>
                </a:solidFill>
                <a:latin typeface="Calibri"/>
                <a:ea typeface="Calibri"/>
                <a:cs typeface="Calibri"/>
                <a:sym typeface="Calibri"/>
              </a:defRPr>
            </a:lvl1pPr>
            <a:lvl2pPr indent="0" lvl="1" marL="457200" marR="0" rtl="0" algn="l">
              <a:spcBef>
                <a:spcPts val="560"/>
              </a:spcBef>
              <a:spcAft>
                <a:spcPts val="0"/>
              </a:spcAft>
              <a:buClr>
                <a:schemeClr val="dk1"/>
              </a:buClr>
              <a:buSzPts val="2800"/>
              <a:buFont typeface="Calibri"/>
              <a:buNone/>
              <a:defRPr b="0" i="0" sz="2800" u="none" cap="none" strike="noStrike">
                <a:solidFill>
                  <a:schemeClr val="dk1"/>
                </a:solidFill>
                <a:latin typeface="Calibri"/>
                <a:ea typeface="Calibri"/>
                <a:cs typeface="Calibri"/>
                <a:sym typeface="Calibri"/>
              </a:defRPr>
            </a:lvl2pPr>
            <a:lvl3pPr indent="0" lvl="2" marL="914400" marR="0" rtl="0" algn="l">
              <a:spcBef>
                <a:spcPts val="48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3pPr>
            <a:lvl4pPr indent="0" lvl="3" marL="1371600" marR="0" rtl="0" algn="l">
              <a:spcBef>
                <a:spcPts val="400"/>
              </a:spcBef>
              <a:spcAft>
                <a:spcPts val="0"/>
              </a:spcAft>
              <a:buClr>
                <a:schemeClr val="dk1"/>
              </a:buClr>
              <a:buSzPts val="2000"/>
              <a:buFont typeface="Calibri"/>
              <a:buNone/>
              <a:defRPr b="0" i="0" sz="2000" u="none" cap="none" strike="noStrike">
                <a:solidFill>
                  <a:schemeClr val="dk1"/>
                </a:solidFill>
                <a:latin typeface="Calibri"/>
                <a:ea typeface="Calibri"/>
                <a:cs typeface="Calibri"/>
                <a:sym typeface="Calibri"/>
              </a:defRPr>
            </a:lvl4pPr>
            <a:lvl5pPr indent="0" lvl="4" marL="1828800" marR="0" rtl="0" algn="l">
              <a:spcBef>
                <a:spcPts val="400"/>
              </a:spcBef>
              <a:spcAft>
                <a:spcPts val="0"/>
              </a:spcAft>
              <a:buClr>
                <a:schemeClr val="dk1"/>
              </a:buClr>
              <a:buSzPts val="2000"/>
              <a:buFont typeface="Calibri"/>
              <a:buNone/>
              <a:defRPr b="0" i="0" sz="2000" u="none" cap="none" strike="noStrike">
                <a:solidFill>
                  <a:schemeClr val="dk1"/>
                </a:solidFill>
                <a:latin typeface="Calibri"/>
                <a:ea typeface="Calibri"/>
                <a:cs typeface="Calibri"/>
                <a:sym typeface="Calibri"/>
              </a:defRPr>
            </a:lvl5pPr>
            <a:lvl6pPr indent="0" lvl="5" marL="2286000" marR="0" rtl="0" algn="l">
              <a:spcBef>
                <a:spcPts val="400"/>
              </a:spcBef>
              <a:spcAft>
                <a:spcPts val="0"/>
              </a:spcAft>
              <a:buClr>
                <a:schemeClr val="dk1"/>
              </a:buClr>
              <a:buSzPts val="2000"/>
              <a:buFont typeface="Calibri"/>
              <a:buNone/>
              <a:defRPr b="0" i="0" sz="2000" u="none" cap="none" strike="noStrike">
                <a:solidFill>
                  <a:schemeClr val="dk1"/>
                </a:solidFill>
                <a:latin typeface="Calibri"/>
                <a:ea typeface="Calibri"/>
                <a:cs typeface="Calibri"/>
                <a:sym typeface="Calibri"/>
              </a:defRPr>
            </a:lvl6pPr>
            <a:lvl7pPr indent="0" lvl="6" marL="2743200" marR="0" rtl="0" algn="l">
              <a:spcBef>
                <a:spcPts val="400"/>
              </a:spcBef>
              <a:spcAft>
                <a:spcPts val="0"/>
              </a:spcAft>
              <a:buClr>
                <a:schemeClr val="dk1"/>
              </a:buClr>
              <a:buSzPts val="2000"/>
              <a:buFont typeface="Calibri"/>
              <a:buNone/>
              <a:defRPr b="0" i="0" sz="2000" u="none" cap="none" strike="noStrike">
                <a:solidFill>
                  <a:schemeClr val="dk1"/>
                </a:solidFill>
                <a:latin typeface="Calibri"/>
                <a:ea typeface="Calibri"/>
                <a:cs typeface="Calibri"/>
                <a:sym typeface="Calibri"/>
              </a:defRPr>
            </a:lvl7pPr>
            <a:lvl8pPr indent="0" lvl="7" marL="3200400" marR="0" rtl="0" algn="l">
              <a:spcBef>
                <a:spcPts val="400"/>
              </a:spcBef>
              <a:spcAft>
                <a:spcPts val="0"/>
              </a:spcAft>
              <a:buClr>
                <a:schemeClr val="dk1"/>
              </a:buClr>
              <a:buSzPts val="2000"/>
              <a:buFont typeface="Calibri"/>
              <a:buNone/>
              <a:defRPr b="0" i="0" sz="2000" u="none" cap="none" strike="noStrike">
                <a:solidFill>
                  <a:schemeClr val="dk1"/>
                </a:solidFill>
                <a:latin typeface="Calibri"/>
                <a:ea typeface="Calibri"/>
                <a:cs typeface="Calibri"/>
                <a:sym typeface="Calibri"/>
              </a:defRPr>
            </a:lvl8pPr>
            <a:lvl9pPr indent="0" lvl="8" marL="3657600" marR="0" rtl="0" algn="l">
              <a:spcBef>
                <a:spcPts val="400"/>
              </a:spcBef>
              <a:spcAft>
                <a:spcPts val="0"/>
              </a:spcAft>
              <a:buClr>
                <a:schemeClr val="dk1"/>
              </a:buClr>
              <a:buSzPts val="2000"/>
              <a:buFont typeface="Calibri"/>
              <a:buNone/>
              <a:defRPr b="0" i="0" sz="2000" u="none" cap="none" strike="noStrike">
                <a:solidFill>
                  <a:schemeClr val="dk1"/>
                </a:solidFill>
                <a:latin typeface="Calibri"/>
                <a:ea typeface="Calibri"/>
                <a:cs typeface="Calibri"/>
                <a:sym typeface="Calibri"/>
              </a:defRPr>
            </a:lvl9pPr>
          </a:lstStyle>
          <a:p/>
        </p:txBody>
      </p:sp>
      <p:sp>
        <p:nvSpPr>
          <p:cNvPr id="61" name="Google Shape;61;p10"/>
          <p:cNvSpPr txBox="1"/>
          <p:nvPr>
            <p:ph idx="1" type="body"/>
          </p:nvPr>
        </p:nvSpPr>
        <p:spPr>
          <a:xfrm>
            <a:off x="1792288" y="4025503"/>
            <a:ext cx="5486400" cy="603600"/>
          </a:xfrm>
          <a:prstGeom prst="rect">
            <a:avLst/>
          </a:prstGeom>
          <a:noFill/>
          <a:ln>
            <a:noFill/>
          </a:ln>
        </p:spPr>
        <p:txBody>
          <a:bodyPr anchorCtr="0" anchor="t" bIns="91425" lIns="91425" spcFirstLastPara="1" rIns="91425" wrap="square" tIns="91425"/>
          <a:lstStyle>
            <a:lvl1pPr indent="-228600" lvl="0" marL="457200" marR="0" rtl="0" algn="l">
              <a:spcBef>
                <a:spcPts val="280"/>
              </a:spcBef>
              <a:spcAft>
                <a:spcPts val="0"/>
              </a:spcAft>
              <a:buClr>
                <a:schemeClr val="dk1"/>
              </a:buClr>
              <a:buSzPts val="1400"/>
              <a:buFont typeface="Noto Sans Symbols"/>
              <a:buNone/>
              <a:defRPr b="1"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Calibri"/>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Calibri"/>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Calibri"/>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Calibri"/>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Calibri"/>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Calibri"/>
              <a:buNone/>
              <a:defRPr b="0" i="0" sz="900" u="none" cap="none" strike="noStrike">
                <a:solidFill>
                  <a:schemeClr val="dk1"/>
                </a:solidFill>
                <a:latin typeface="Calibri"/>
                <a:ea typeface="Calibri"/>
                <a:cs typeface="Calibri"/>
                <a:sym typeface="Calibri"/>
              </a:defRPr>
            </a:lvl9pPr>
          </a:lstStyle>
          <a:p/>
        </p:txBody>
      </p:sp>
      <p:sp>
        <p:nvSpPr>
          <p:cNvPr id="62" name="Google Shape;62;p10"/>
          <p:cNvSpPr txBox="1"/>
          <p:nvPr>
            <p:ph idx="10" type="dt"/>
          </p:nvPr>
        </p:nvSpPr>
        <p:spPr>
          <a:xfrm>
            <a:off x="533400" y="4572000"/>
            <a:ext cx="2133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3" name="Google Shape;63;p10"/>
          <p:cNvSpPr txBox="1"/>
          <p:nvPr>
            <p:ph idx="11" type="ftr"/>
          </p:nvPr>
        </p:nvSpPr>
        <p:spPr>
          <a:xfrm>
            <a:off x="3124200" y="4683919"/>
            <a:ext cx="2895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1447800" y="285750"/>
            <a:ext cx="7391400" cy="5715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SzPts val="1400"/>
              <a:buNone/>
              <a:defRPr b="1" i="0" sz="2800" u="none" cap="none" strike="noStrike">
                <a:solidFill>
                  <a:schemeClr val="dk2"/>
                </a:solidFill>
                <a:latin typeface="Calibri"/>
                <a:ea typeface="Calibri"/>
                <a:cs typeface="Calibri"/>
                <a:sym typeface="Calibri"/>
              </a:defRPr>
            </a:lvl1pPr>
            <a:lvl2pPr indent="0" lvl="1"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2pPr>
            <a:lvl3pPr indent="0" lvl="2"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3pPr>
            <a:lvl4pPr indent="0" lvl="3"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4pPr>
            <a:lvl5pPr indent="0" lvl="4"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5pPr>
            <a:lvl6pPr indent="0" lvl="5" marL="4572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6pPr>
            <a:lvl7pPr indent="0" lvl="6" marL="9144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7pPr>
            <a:lvl8pPr indent="0" lvl="7" marL="13716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8pPr>
            <a:lvl9pPr indent="0" lvl="8" marL="18288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66" name="Google Shape;66;p11"/>
          <p:cNvSpPr txBox="1"/>
          <p:nvPr>
            <p:ph idx="1" type="body"/>
          </p:nvPr>
        </p:nvSpPr>
        <p:spPr>
          <a:xfrm rot="5400000">
            <a:off x="3162300" y="-933450"/>
            <a:ext cx="3657600" cy="7696200"/>
          </a:xfrm>
          <a:prstGeom prst="rect">
            <a:avLst/>
          </a:prstGeom>
          <a:noFill/>
          <a:ln>
            <a:noFill/>
          </a:ln>
        </p:spPr>
        <p:txBody>
          <a:bodyPr anchorCtr="0" anchor="t" bIns="91425" lIns="91425" spcFirstLastPara="1" rIns="91425" wrap="square" tIns="91425"/>
          <a:lstStyle>
            <a:lvl1pPr indent="-381000" lvl="0" marL="457200" marR="0" rtl="0" algn="l">
              <a:spcBef>
                <a:spcPts val="480"/>
              </a:spcBef>
              <a:spcAft>
                <a:spcPts val="0"/>
              </a:spcAft>
              <a:buClr>
                <a:schemeClr val="dk1"/>
              </a:buClr>
              <a:buSzPts val="2400"/>
              <a:buFont typeface="Noto Sans Symbols"/>
              <a:buChar char="▪"/>
              <a:defRPr b="1" i="0" sz="24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81000" lvl="3" marL="18288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4pPr>
            <a:lvl5pPr indent="-381000" lvl="4" marL="22860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9pPr>
          </a:lstStyle>
          <a:p/>
        </p:txBody>
      </p:sp>
      <p:sp>
        <p:nvSpPr>
          <p:cNvPr id="67" name="Google Shape;67;p11"/>
          <p:cNvSpPr txBox="1"/>
          <p:nvPr>
            <p:ph idx="10" type="dt"/>
          </p:nvPr>
        </p:nvSpPr>
        <p:spPr>
          <a:xfrm>
            <a:off x="533400" y="4572000"/>
            <a:ext cx="2133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8" name="Google Shape;68;p11"/>
          <p:cNvSpPr txBox="1"/>
          <p:nvPr>
            <p:ph idx="11" type="ftr"/>
          </p:nvPr>
        </p:nvSpPr>
        <p:spPr>
          <a:xfrm>
            <a:off x="3124200" y="4683919"/>
            <a:ext cx="2895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69" name="Shape 69"/>
        <p:cNvGrpSpPr/>
        <p:nvPr/>
      </p:nvGrpSpPr>
      <p:grpSpPr>
        <a:xfrm>
          <a:off x="0" y="0"/>
          <a:ext cx="0" cy="0"/>
          <a:chOff x="0" y="0"/>
          <a:chExt cx="0" cy="0"/>
        </a:xfrm>
      </p:grpSpPr>
      <p:sp>
        <p:nvSpPr>
          <p:cNvPr id="70" name="Google Shape;70;p12"/>
          <p:cNvSpPr txBox="1"/>
          <p:nvPr>
            <p:ph type="title"/>
          </p:nvPr>
        </p:nvSpPr>
        <p:spPr>
          <a:xfrm rot="5400000">
            <a:off x="5617950" y="1373400"/>
            <a:ext cx="4308900" cy="21336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SzPts val="1400"/>
              <a:buNone/>
              <a:defRPr b="1" i="0" sz="2800" u="none" cap="none" strike="noStrike">
                <a:solidFill>
                  <a:schemeClr val="dk2"/>
                </a:solidFill>
                <a:latin typeface="Calibri"/>
                <a:ea typeface="Calibri"/>
                <a:cs typeface="Calibri"/>
                <a:sym typeface="Calibri"/>
              </a:defRPr>
            </a:lvl1pPr>
            <a:lvl2pPr indent="0" lvl="1"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2pPr>
            <a:lvl3pPr indent="0" lvl="2"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3pPr>
            <a:lvl4pPr indent="0" lvl="3"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4pPr>
            <a:lvl5pPr indent="0" lvl="4"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5pPr>
            <a:lvl6pPr indent="0" lvl="5" marL="4572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6pPr>
            <a:lvl7pPr indent="0" lvl="6" marL="9144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7pPr>
            <a:lvl8pPr indent="0" lvl="7" marL="13716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8pPr>
            <a:lvl9pPr indent="0" lvl="8" marL="18288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71" name="Google Shape;71;p12"/>
          <p:cNvSpPr txBox="1"/>
          <p:nvPr>
            <p:ph idx="1" type="body"/>
          </p:nvPr>
        </p:nvSpPr>
        <p:spPr>
          <a:xfrm rot="5400000">
            <a:off x="1274550" y="-684000"/>
            <a:ext cx="4308900" cy="6248400"/>
          </a:xfrm>
          <a:prstGeom prst="rect">
            <a:avLst/>
          </a:prstGeom>
          <a:noFill/>
          <a:ln>
            <a:noFill/>
          </a:ln>
        </p:spPr>
        <p:txBody>
          <a:bodyPr anchorCtr="0" anchor="t" bIns="91425" lIns="91425" spcFirstLastPara="1" rIns="91425" wrap="square" tIns="91425"/>
          <a:lstStyle>
            <a:lvl1pPr indent="-381000" lvl="0" marL="457200" marR="0" rtl="0" algn="l">
              <a:spcBef>
                <a:spcPts val="480"/>
              </a:spcBef>
              <a:spcAft>
                <a:spcPts val="0"/>
              </a:spcAft>
              <a:buClr>
                <a:schemeClr val="dk1"/>
              </a:buClr>
              <a:buSzPts val="2400"/>
              <a:buFont typeface="Noto Sans Symbols"/>
              <a:buChar char="▪"/>
              <a:defRPr b="1" i="0" sz="24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81000" lvl="3" marL="18288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4pPr>
            <a:lvl5pPr indent="-381000" lvl="4" marL="22860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9pPr>
          </a:lstStyle>
          <a:p/>
        </p:txBody>
      </p:sp>
      <p:sp>
        <p:nvSpPr>
          <p:cNvPr id="72" name="Google Shape;72;p12"/>
          <p:cNvSpPr txBox="1"/>
          <p:nvPr>
            <p:ph idx="10" type="dt"/>
          </p:nvPr>
        </p:nvSpPr>
        <p:spPr>
          <a:xfrm>
            <a:off x="533400" y="4572000"/>
            <a:ext cx="2133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3" name="Google Shape;73;p12"/>
          <p:cNvSpPr txBox="1"/>
          <p:nvPr>
            <p:ph idx="11" type="ftr"/>
          </p:nvPr>
        </p:nvSpPr>
        <p:spPr>
          <a:xfrm>
            <a:off x="3124200" y="4683919"/>
            <a:ext cx="2895600" cy="3573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sz="18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Title Slide" showMasterSp="0">
  <p:cSld name="1_Title Slide">
    <p:spTree>
      <p:nvGrpSpPr>
        <p:cNvPr id="74" name="Shape 7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3.jpg"/><Relationship Id="rId2" Type="http://schemas.openxmlformats.org/officeDocument/2006/relationships/image" Target="../media/image4.jpg"/><Relationship Id="rId3" Type="http://schemas.openxmlformats.org/officeDocument/2006/relationships/image" Target="../media/image1.jp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6" Type="http://schemas.openxmlformats.org/officeDocument/2006/relationships/theme" Target="../theme/theme2.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447800" y="285750"/>
            <a:ext cx="7391400" cy="5715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SzPts val="1400"/>
              <a:buNone/>
              <a:defRPr b="1" i="0" sz="2800" u="none" cap="none" strike="noStrike">
                <a:solidFill>
                  <a:schemeClr val="dk2"/>
                </a:solidFill>
                <a:latin typeface="Calibri"/>
                <a:ea typeface="Calibri"/>
                <a:cs typeface="Calibri"/>
                <a:sym typeface="Calibri"/>
              </a:defRPr>
            </a:lvl1pPr>
            <a:lvl2pPr indent="0" lvl="1"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2pPr>
            <a:lvl3pPr indent="0" lvl="2"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3pPr>
            <a:lvl4pPr indent="0" lvl="3"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4pPr>
            <a:lvl5pPr indent="0" lvl="4" marL="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5pPr>
            <a:lvl6pPr indent="0" lvl="5" marL="4572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6pPr>
            <a:lvl7pPr indent="0" lvl="6" marL="9144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7pPr>
            <a:lvl8pPr indent="0" lvl="7" marL="13716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8pPr>
            <a:lvl9pPr indent="0" lvl="8" marL="1828800" marR="0" rtl="0" algn="ctr">
              <a:lnSpc>
                <a:spcPct val="90000"/>
              </a:lnSpc>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1143000" y="1085850"/>
            <a:ext cx="7696200" cy="3657600"/>
          </a:xfrm>
          <a:prstGeom prst="rect">
            <a:avLst/>
          </a:prstGeom>
          <a:noFill/>
          <a:ln>
            <a:noFill/>
          </a:ln>
        </p:spPr>
        <p:txBody>
          <a:bodyPr anchorCtr="0" anchor="t" bIns="91425" lIns="91425" spcFirstLastPara="1" rIns="91425" wrap="square" tIns="91425"/>
          <a:lstStyle>
            <a:lvl1pPr indent="-381000" lvl="0" marL="457200" marR="0" rtl="0" algn="l">
              <a:spcBef>
                <a:spcPts val="480"/>
              </a:spcBef>
              <a:spcAft>
                <a:spcPts val="0"/>
              </a:spcAft>
              <a:buClr>
                <a:schemeClr val="dk1"/>
              </a:buClr>
              <a:buSzPts val="2400"/>
              <a:buFont typeface="Noto Sans Symbols"/>
              <a:buChar char="▪"/>
              <a:defRPr b="1" i="0" sz="24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81000" lvl="3" marL="18288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4pPr>
            <a:lvl5pPr indent="-381000" lvl="4" marL="22860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Calibri"/>
              <a:buChar char="»"/>
              <a:defRPr b="0" i="0" sz="1600" u="none" cap="none" strike="noStrike">
                <a:solidFill>
                  <a:schemeClr val="dk1"/>
                </a:solidFill>
                <a:latin typeface="Calibri"/>
                <a:ea typeface="Calibri"/>
                <a:cs typeface="Calibri"/>
                <a:sym typeface="Calibri"/>
              </a:defRPr>
            </a:lvl9pPr>
          </a:lstStyle>
          <a:p/>
        </p:txBody>
      </p:sp>
      <p:sp>
        <p:nvSpPr>
          <p:cNvPr id="8" name="Google Shape;8;p1"/>
          <p:cNvSpPr txBox="1"/>
          <p:nvPr>
            <p:ph idx="12" type="sldNum"/>
          </p:nvPr>
        </p:nvSpPr>
        <p:spPr>
          <a:xfrm>
            <a:off x="6553200" y="4917578"/>
            <a:ext cx="2133600" cy="225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lt1"/>
                </a:solidFill>
                <a:latin typeface="Arial"/>
                <a:ea typeface="Arial"/>
                <a:cs typeface="Arial"/>
                <a:sym typeface="Arial"/>
              </a:defRPr>
            </a:lvl1pPr>
            <a:lvl2pPr indent="0" lvl="1" marL="0" marR="0" rtl="0" algn="r">
              <a:spcBef>
                <a:spcPts val="0"/>
              </a:spcBef>
              <a:spcAft>
                <a:spcPts val="0"/>
              </a:spcAft>
              <a:buNone/>
              <a:defRPr b="0" i="0" sz="1400" u="none" cap="none" strike="noStrike">
                <a:solidFill>
                  <a:schemeClr val="lt1"/>
                </a:solidFill>
                <a:latin typeface="Arial"/>
                <a:ea typeface="Arial"/>
                <a:cs typeface="Arial"/>
                <a:sym typeface="Arial"/>
              </a:defRPr>
            </a:lvl2pPr>
            <a:lvl3pPr indent="0" lvl="2" marL="0" marR="0" rtl="0" algn="r">
              <a:spcBef>
                <a:spcPts val="0"/>
              </a:spcBef>
              <a:spcAft>
                <a:spcPts val="0"/>
              </a:spcAft>
              <a:buNone/>
              <a:defRPr b="0" i="0" sz="1400" u="none" cap="none" strike="noStrike">
                <a:solidFill>
                  <a:schemeClr val="lt1"/>
                </a:solidFill>
                <a:latin typeface="Arial"/>
                <a:ea typeface="Arial"/>
                <a:cs typeface="Arial"/>
                <a:sym typeface="Arial"/>
              </a:defRPr>
            </a:lvl3pPr>
            <a:lvl4pPr indent="0" lvl="3" marL="0" marR="0" rtl="0" algn="r">
              <a:spcBef>
                <a:spcPts val="0"/>
              </a:spcBef>
              <a:spcAft>
                <a:spcPts val="0"/>
              </a:spcAft>
              <a:buNone/>
              <a:defRPr b="0" i="0" sz="1400" u="none" cap="none" strike="noStrike">
                <a:solidFill>
                  <a:schemeClr val="lt1"/>
                </a:solidFill>
                <a:latin typeface="Arial"/>
                <a:ea typeface="Arial"/>
                <a:cs typeface="Arial"/>
                <a:sym typeface="Arial"/>
              </a:defRPr>
            </a:lvl4pPr>
            <a:lvl5pPr indent="0" lvl="4" marL="0" marR="0" rtl="0" algn="r">
              <a:spcBef>
                <a:spcPts val="0"/>
              </a:spcBef>
              <a:spcAft>
                <a:spcPts val="0"/>
              </a:spcAft>
              <a:buNone/>
              <a:defRPr b="0" i="0" sz="1400" u="none" cap="none" strike="noStrike">
                <a:solidFill>
                  <a:schemeClr val="lt1"/>
                </a:solidFill>
                <a:latin typeface="Arial"/>
                <a:ea typeface="Arial"/>
                <a:cs typeface="Arial"/>
                <a:sym typeface="Arial"/>
              </a:defRPr>
            </a:lvl5pPr>
            <a:lvl6pPr indent="0" lvl="5" marL="0" marR="0" rtl="0" algn="r">
              <a:spcBef>
                <a:spcPts val="0"/>
              </a:spcBef>
              <a:spcAft>
                <a:spcPts val="0"/>
              </a:spcAft>
              <a:buNone/>
              <a:defRPr b="0" i="0" sz="1400" u="none" cap="none" strike="noStrike">
                <a:solidFill>
                  <a:schemeClr val="lt1"/>
                </a:solidFill>
                <a:latin typeface="Arial"/>
                <a:ea typeface="Arial"/>
                <a:cs typeface="Arial"/>
                <a:sym typeface="Arial"/>
              </a:defRPr>
            </a:lvl6pPr>
            <a:lvl7pPr indent="0" lvl="6" marL="0" marR="0" rtl="0" algn="r">
              <a:spcBef>
                <a:spcPts val="0"/>
              </a:spcBef>
              <a:spcAft>
                <a:spcPts val="0"/>
              </a:spcAft>
              <a:buNone/>
              <a:defRPr b="0" i="0" sz="1400" u="none" cap="none" strike="noStrike">
                <a:solidFill>
                  <a:schemeClr val="lt1"/>
                </a:solidFill>
                <a:latin typeface="Arial"/>
                <a:ea typeface="Arial"/>
                <a:cs typeface="Arial"/>
                <a:sym typeface="Arial"/>
              </a:defRPr>
            </a:lvl7pPr>
            <a:lvl8pPr indent="0" lvl="7" marL="0" marR="0" rtl="0" algn="r">
              <a:spcBef>
                <a:spcPts val="0"/>
              </a:spcBef>
              <a:spcAft>
                <a:spcPts val="0"/>
              </a:spcAft>
              <a:buNone/>
              <a:defRPr b="0" i="0" sz="1400" u="none" cap="none" strike="noStrike">
                <a:solidFill>
                  <a:schemeClr val="lt1"/>
                </a:solidFill>
                <a:latin typeface="Arial"/>
                <a:ea typeface="Arial"/>
                <a:cs typeface="Arial"/>
                <a:sym typeface="Arial"/>
              </a:defRPr>
            </a:lvl8pPr>
            <a:lvl9pPr indent="0" lvl="8" marL="0" marR="0" rtl="0" algn="r">
              <a:spcBef>
                <a:spcPts val="0"/>
              </a:spcBef>
              <a:spcAft>
                <a:spcPts val="0"/>
              </a:spcAft>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pic>
        <p:nvPicPr>
          <p:cNvPr descr="blue strip copy" id="9" name="Google Shape;9;p1"/>
          <p:cNvPicPr preferRelativeResize="0"/>
          <p:nvPr/>
        </p:nvPicPr>
        <p:blipFill rotWithShape="1">
          <a:blip r:embed="rId1">
            <a:alphaModFix/>
          </a:blip>
          <a:srcRect b="0" l="0" r="0" t="0"/>
          <a:stretch/>
        </p:blipFill>
        <p:spPr>
          <a:xfrm>
            <a:off x="0" y="0"/>
            <a:ext cx="9144000" cy="283375"/>
          </a:xfrm>
          <a:prstGeom prst="rect">
            <a:avLst/>
          </a:prstGeom>
          <a:noFill/>
          <a:ln>
            <a:noFill/>
          </a:ln>
        </p:spPr>
      </p:pic>
      <p:pic>
        <p:nvPicPr>
          <p:cNvPr descr="blue strip copy" id="10" name="Google Shape;10;p1"/>
          <p:cNvPicPr preferRelativeResize="0"/>
          <p:nvPr/>
        </p:nvPicPr>
        <p:blipFill rotWithShape="1">
          <a:blip r:embed="rId2">
            <a:alphaModFix/>
          </a:blip>
          <a:srcRect b="0" l="0" r="0" t="0"/>
          <a:stretch/>
        </p:blipFill>
        <p:spPr>
          <a:xfrm>
            <a:off x="3175" y="4860125"/>
            <a:ext cx="9144000" cy="283375"/>
          </a:xfrm>
          <a:prstGeom prst="rect">
            <a:avLst/>
          </a:prstGeom>
          <a:noFill/>
          <a:ln>
            <a:noFill/>
          </a:ln>
        </p:spPr>
      </p:pic>
      <p:pic>
        <p:nvPicPr>
          <p:cNvPr descr="Nevada_N" id="11" name="Google Shape;11;p1"/>
          <p:cNvPicPr preferRelativeResize="0"/>
          <p:nvPr/>
        </p:nvPicPr>
        <p:blipFill rotWithShape="1">
          <a:blip r:embed="rId3">
            <a:alphaModFix/>
          </a:blip>
          <a:srcRect b="0" l="0" r="0" t="0"/>
          <a:stretch/>
        </p:blipFill>
        <p:spPr>
          <a:xfrm>
            <a:off x="152401" y="73819"/>
            <a:ext cx="798800" cy="798800"/>
          </a:xfrm>
          <a:prstGeom prst="rect">
            <a:avLst/>
          </a:prstGeom>
          <a:noFill/>
          <a:ln>
            <a:noFill/>
          </a:ln>
        </p:spPr>
      </p:pic>
      <p:sp>
        <p:nvSpPr>
          <p:cNvPr id="12" name="Google Shape;12;p1"/>
          <p:cNvSpPr txBox="1"/>
          <p:nvPr/>
        </p:nvSpPr>
        <p:spPr>
          <a:xfrm>
            <a:off x="152400" y="4917578"/>
            <a:ext cx="1071000" cy="230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pt-BR" sz="1400" u="none" cap="none" strike="noStrike">
                <a:solidFill>
                  <a:schemeClr val="lt1"/>
                </a:solidFill>
                <a:latin typeface="Arial"/>
                <a:ea typeface="Arial"/>
                <a:cs typeface="Arial"/>
                <a:sym typeface="Arial"/>
              </a:rPr>
              <a:t>201</a:t>
            </a:r>
            <a:r>
              <a:rPr lang="pt-BR">
                <a:solidFill>
                  <a:schemeClr val="lt1"/>
                </a:solidFill>
              </a:rPr>
              <a:t>9</a:t>
            </a:r>
            <a:endParaRPr sz="1400">
              <a:solidFill>
                <a:schemeClr val="lt1"/>
              </a:solidFill>
              <a:latin typeface="Arial"/>
              <a:ea typeface="Arial"/>
              <a:cs typeface="Arial"/>
              <a:sym typeface="Arial"/>
            </a:endParaRPr>
          </a:p>
        </p:txBody>
      </p:sp>
      <p:sp>
        <p:nvSpPr>
          <p:cNvPr id="13" name="Google Shape;13;p1"/>
          <p:cNvSpPr txBox="1"/>
          <p:nvPr/>
        </p:nvSpPr>
        <p:spPr>
          <a:xfrm>
            <a:off x="2057400" y="4912667"/>
            <a:ext cx="5410200" cy="230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pt-BR" sz="1400">
                <a:solidFill>
                  <a:schemeClr val="lt1"/>
                </a:solidFill>
                <a:latin typeface="Arial"/>
                <a:ea typeface="Arial"/>
                <a:cs typeface="Arial"/>
                <a:sym typeface="Arial"/>
              </a:rPr>
              <a:t>P A Regis</a:t>
            </a:r>
            <a:endParaRPr sz="1400">
              <a:solidFill>
                <a:schemeClr val="lt1"/>
              </a:solidFill>
              <a:latin typeface="Arial"/>
              <a:ea typeface="Arial"/>
              <a:cs typeface="Arial"/>
              <a:sym typeface="Arial"/>
            </a:endParaRPr>
          </a:p>
        </p:txBody>
      </p:sp>
      <p:sp>
        <p:nvSpPr>
          <p:cNvPr id="14" name="Google Shape;14;p1"/>
          <p:cNvSpPr txBox="1"/>
          <p:nvPr/>
        </p:nvSpPr>
        <p:spPr>
          <a:xfrm>
            <a:off x="1219201" y="0"/>
            <a:ext cx="6934200" cy="207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pt-BR" sz="1200">
                <a:solidFill>
                  <a:schemeClr val="lt1"/>
                </a:solidFill>
              </a:rPr>
              <a:t>Smart-Cities Enabled by Multi-radio Multi-channel Heterogeneous Networks</a:t>
            </a:r>
            <a:endParaRPr sz="1200">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jpg"/><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0" Type="http://schemas.openxmlformats.org/officeDocument/2006/relationships/image" Target="../media/image6.jpg"/><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www.youtube.com/watch?v=MFCymLmYj6U" TargetMode="External"/><Relationship Id="rId4" Type="http://schemas.openxmlformats.org/officeDocument/2006/relationships/image" Target="../media/image7.jpg"/><Relationship Id="rId9" Type="http://schemas.openxmlformats.org/officeDocument/2006/relationships/hyperlink" Target="http://www.youtube.com/watch?v=zJocofWmodg" TargetMode="External"/><Relationship Id="rId5" Type="http://schemas.openxmlformats.org/officeDocument/2006/relationships/hyperlink" Target="http://www.youtube.com/watch?v=1m8X7NGdP3w" TargetMode="External"/><Relationship Id="rId6" Type="http://schemas.openxmlformats.org/officeDocument/2006/relationships/image" Target="../media/image8.jpg"/><Relationship Id="rId7" Type="http://schemas.openxmlformats.org/officeDocument/2006/relationships/hyperlink" Target="http://www.youtube.com/watch?v=ACmmxe3vPjo" TargetMode="External"/><Relationship Id="rId8"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www.cse.unr.edu/~regis/ns-3/" TargetMode="External"/><Relationship Id="rId4" Type="http://schemas.openxmlformats.org/officeDocument/2006/relationships/hyperlink" Target="https://github.com/regisin/ns-3-obstacle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www.youtube.com/watch?v=AyfbCTyHWZ0" TargetMode="External"/><Relationship Id="rId4"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8" name="Shape 78"/>
        <p:cNvGrpSpPr/>
        <p:nvPr/>
      </p:nvGrpSpPr>
      <p:grpSpPr>
        <a:xfrm>
          <a:off x="0" y="0"/>
          <a:ext cx="0" cy="0"/>
          <a:chOff x="0" y="0"/>
          <a:chExt cx="0" cy="0"/>
        </a:xfrm>
      </p:grpSpPr>
      <p:sp>
        <p:nvSpPr>
          <p:cNvPr id="79" name="Google Shape;79;p14"/>
          <p:cNvSpPr txBox="1"/>
          <p:nvPr>
            <p:ph type="ctrTitle"/>
          </p:nvPr>
        </p:nvSpPr>
        <p:spPr>
          <a:xfrm>
            <a:off x="152400" y="1123950"/>
            <a:ext cx="8763000" cy="10287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lang="pt-BR" sz="2400"/>
              <a:t>Smart-Cities Enabled by Multi-radio Multi-channel Heterogeneous Networks</a:t>
            </a:r>
            <a:endParaRPr sz="2400"/>
          </a:p>
        </p:txBody>
      </p:sp>
      <p:sp>
        <p:nvSpPr>
          <p:cNvPr id="80" name="Google Shape;80;p14"/>
          <p:cNvSpPr txBox="1"/>
          <p:nvPr>
            <p:ph idx="1" type="subTitle"/>
          </p:nvPr>
        </p:nvSpPr>
        <p:spPr>
          <a:xfrm>
            <a:off x="152400" y="1981200"/>
            <a:ext cx="8991600" cy="3999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Clr>
                <a:schemeClr val="dk1"/>
              </a:buClr>
              <a:buSzPts val="2200"/>
              <a:buFont typeface="Noto Sans Symbols"/>
              <a:buNone/>
            </a:pPr>
            <a:r>
              <a:rPr b="0" i="1" lang="pt-BR" sz="1800" u="none" cap="none" strike="noStrike">
                <a:solidFill>
                  <a:schemeClr val="dk1"/>
                </a:solidFill>
                <a:latin typeface="Calibri"/>
                <a:ea typeface="Calibri"/>
                <a:cs typeface="Calibri"/>
                <a:sym typeface="Calibri"/>
              </a:rPr>
              <a:t>Paulo Alexandre Regis</a:t>
            </a:r>
            <a:endParaRPr b="0" i="1"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4" name="Shape 84"/>
        <p:cNvGrpSpPr/>
        <p:nvPr/>
      </p:nvGrpSpPr>
      <p:grpSpPr>
        <a:xfrm>
          <a:off x="0" y="0"/>
          <a:ext cx="0" cy="0"/>
          <a:chOff x="0" y="0"/>
          <a:chExt cx="0" cy="0"/>
        </a:xfrm>
      </p:grpSpPr>
      <p:sp>
        <p:nvSpPr>
          <p:cNvPr id="85" name="Google Shape;85;p15"/>
          <p:cNvSpPr txBox="1"/>
          <p:nvPr>
            <p:ph type="title"/>
          </p:nvPr>
        </p:nvSpPr>
        <p:spPr>
          <a:xfrm>
            <a:off x="1447800" y="285750"/>
            <a:ext cx="7391400" cy="57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What is a Smart-City?</a:t>
            </a:r>
            <a:endParaRPr/>
          </a:p>
        </p:txBody>
      </p:sp>
      <p:pic>
        <p:nvPicPr>
          <p:cNvPr id="86" name="Google Shape;86;p15"/>
          <p:cNvPicPr preferRelativeResize="0"/>
          <p:nvPr/>
        </p:nvPicPr>
        <p:blipFill>
          <a:blip r:embed="rId3">
            <a:alphaModFix/>
          </a:blip>
          <a:stretch>
            <a:fillRect/>
          </a:stretch>
        </p:blipFill>
        <p:spPr>
          <a:xfrm>
            <a:off x="1231036" y="857250"/>
            <a:ext cx="6818789" cy="4286249"/>
          </a:xfrm>
          <a:prstGeom prst="rect">
            <a:avLst/>
          </a:prstGeom>
          <a:noFill/>
          <a:ln>
            <a:noFill/>
          </a:ln>
        </p:spPr>
      </p:pic>
      <p:sp>
        <p:nvSpPr>
          <p:cNvPr id="87" name="Google Shape;87;p15"/>
          <p:cNvSpPr txBox="1"/>
          <p:nvPr>
            <p:ph idx="4294967295" type="sldNum"/>
          </p:nvPr>
        </p:nvSpPr>
        <p:spPr>
          <a:xfrm>
            <a:off x="7010400" y="4914899"/>
            <a:ext cx="2133600" cy="228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1" name="Shape 91"/>
        <p:cNvGrpSpPr/>
        <p:nvPr/>
      </p:nvGrpSpPr>
      <p:grpSpPr>
        <a:xfrm>
          <a:off x="0" y="0"/>
          <a:ext cx="0" cy="0"/>
          <a:chOff x="0" y="0"/>
          <a:chExt cx="0" cy="0"/>
        </a:xfrm>
      </p:grpSpPr>
      <p:sp>
        <p:nvSpPr>
          <p:cNvPr id="92" name="Google Shape;92;p16"/>
          <p:cNvSpPr txBox="1"/>
          <p:nvPr>
            <p:ph type="title"/>
          </p:nvPr>
        </p:nvSpPr>
        <p:spPr>
          <a:xfrm>
            <a:off x="1447800" y="285750"/>
            <a:ext cx="7391400" cy="57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solidFill>
                  <a:schemeClr val="dk1"/>
                </a:solidFill>
              </a:rPr>
              <a:t>What is a Smart-City? Why should we care?</a:t>
            </a:r>
            <a:endParaRPr/>
          </a:p>
        </p:txBody>
      </p:sp>
      <p:sp>
        <p:nvSpPr>
          <p:cNvPr id="93" name="Google Shape;93;p16"/>
          <p:cNvSpPr txBox="1"/>
          <p:nvPr>
            <p:ph idx="1" type="body"/>
          </p:nvPr>
        </p:nvSpPr>
        <p:spPr>
          <a:xfrm>
            <a:off x="1143000" y="1085850"/>
            <a:ext cx="7696200" cy="3657600"/>
          </a:xfrm>
          <a:prstGeom prst="rect">
            <a:avLst/>
          </a:prstGeom>
        </p:spPr>
        <p:txBody>
          <a:bodyPr anchorCtr="0" anchor="t" bIns="91425" lIns="91425" spcFirstLastPara="1" rIns="91425" wrap="square" tIns="91425">
            <a:noAutofit/>
          </a:bodyPr>
          <a:lstStyle/>
          <a:p>
            <a:pPr indent="-381000" lvl="0" marL="457200" rtl="0" algn="l">
              <a:spcBef>
                <a:spcPts val="480"/>
              </a:spcBef>
              <a:spcAft>
                <a:spcPts val="0"/>
              </a:spcAft>
              <a:buSzPts val="2400"/>
              <a:buChar char="▪"/>
            </a:pPr>
            <a:r>
              <a:rPr lang="pt-BR"/>
              <a:t>Using data analysis to make better/automated decisions</a:t>
            </a:r>
            <a:endParaRPr/>
          </a:p>
          <a:p>
            <a:pPr indent="0" lvl="0" marL="0" rtl="0" algn="l">
              <a:spcBef>
                <a:spcPts val="480"/>
              </a:spcBef>
              <a:spcAft>
                <a:spcPts val="0"/>
              </a:spcAft>
              <a:buNone/>
            </a:pPr>
            <a:r>
              <a:t/>
            </a:r>
            <a:endParaRPr/>
          </a:p>
          <a:p>
            <a:pPr indent="-381000" lvl="0" marL="457200" rtl="0" algn="l">
              <a:spcBef>
                <a:spcPts val="480"/>
              </a:spcBef>
              <a:spcAft>
                <a:spcPts val="0"/>
              </a:spcAft>
              <a:buSzPts val="2400"/>
              <a:buChar char="▪"/>
            </a:pPr>
            <a:r>
              <a:rPr lang="pt-BR"/>
              <a:t>Multiple (different) hardware and software technologies to solve each small piece of the puzzle</a:t>
            </a:r>
            <a:endParaRPr/>
          </a:p>
          <a:p>
            <a:pPr indent="0" lvl="0" marL="0" rtl="0" algn="l">
              <a:spcBef>
                <a:spcPts val="480"/>
              </a:spcBef>
              <a:spcAft>
                <a:spcPts val="0"/>
              </a:spcAft>
              <a:buNone/>
            </a:pPr>
            <a:r>
              <a:t/>
            </a:r>
            <a:endParaRPr/>
          </a:p>
          <a:p>
            <a:pPr indent="-381000" lvl="0" marL="457200" rtl="0" algn="l">
              <a:spcBef>
                <a:spcPts val="480"/>
              </a:spcBef>
              <a:spcAft>
                <a:spcPts val="0"/>
              </a:spcAft>
              <a:buSzPts val="2400"/>
              <a:buChar char="▪"/>
            </a:pPr>
            <a:r>
              <a:rPr lang="pt-BR"/>
              <a:t>Examples:</a:t>
            </a:r>
            <a:endParaRPr/>
          </a:p>
          <a:p>
            <a:pPr indent="-381000" lvl="1" marL="914400" rtl="0" algn="l">
              <a:spcBef>
                <a:spcPts val="0"/>
              </a:spcBef>
              <a:spcAft>
                <a:spcPts val="0"/>
              </a:spcAft>
              <a:buSzPts val="2400"/>
              <a:buChar char="−"/>
            </a:pPr>
            <a:r>
              <a:rPr lang="pt-BR"/>
              <a:t>Smart-house and smart-grid</a:t>
            </a:r>
            <a:endParaRPr/>
          </a:p>
          <a:p>
            <a:pPr indent="-381000" lvl="1" marL="914400" rtl="0" algn="l">
              <a:spcBef>
                <a:spcPts val="0"/>
              </a:spcBef>
              <a:spcAft>
                <a:spcPts val="0"/>
              </a:spcAft>
              <a:buSzPts val="2400"/>
              <a:buChar char="−"/>
            </a:pPr>
            <a:r>
              <a:rPr lang="pt-BR"/>
              <a:t>Traffic management</a:t>
            </a:r>
            <a:endParaRPr/>
          </a:p>
          <a:p>
            <a:pPr indent="-381000" lvl="1" marL="914400" rtl="0" algn="l">
              <a:spcBef>
                <a:spcPts val="0"/>
              </a:spcBef>
              <a:spcAft>
                <a:spcPts val="0"/>
              </a:spcAft>
              <a:buSzPts val="2400"/>
              <a:buChar char="−"/>
            </a:pPr>
            <a:r>
              <a:rPr lang="pt-BR"/>
              <a:t>Temporary service provision</a:t>
            </a:r>
            <a:endParaRPr/>
          </a:p>
        </p:txBody>
      </p:sp>
      <p:sp>
        <p:nvSpPr>
          <p:cNvPr id="94" name="Google Shape;94;p16"/>
          <p:cNvSpPr txBox="1"/>
          <p:nvPr>
            <p:ph idx="4294967295" type="sldNum"/>
          </p:nvPr>
        </p:nvSpPr>
        <p:spPr>
          <a:xfrm>
            <a:off x="7010400" y="4914899"/>
            <a:ext cx="2133600" cy="228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8" name="Shape 98"/>
        <p:cNvGrpSpPr/>
        <p:nvPr/>
      </p:nvGrpSpPr>
      <p:grpSpPr>
        <a:xfrm>
          <a:off x="0" y="0"/>
          <a:ext cx="0" cy="0"/>
          <a:chOff x="0" y="0"/>
          <a:chExt cx="0" cy="0"/>
        </a:xfrm>
      </p:grpSpPr>
      <p:sp>
        <p:nvSpPr>
          <p:cNvPr id="99" name="Google Shape;99;p17"/>
          <p:cNvSpPr txBox="1"/>
          <p:nvPr>
            <p:ph type="title"/>
          </p:nvPr>
        </p:nvSpPr>
        <p:spPr>
          <a:xfrm>
            <a:off x="1447800" y="285750"/>
            <a:ext cx="7391400" cy="57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Multi-radio multi-channel HetNets</a:t>
            </a:r>
            <a:endParaRPr/>
          </a:p>
        </p:txBody>
      </p:sp>
      <p:pic>
        <p:nvPicPr>
          <p:cNvPr id="100" name="Google Shape;100;p17"/>
          <p:cNvPicPr preferRelativeResize="0"/>
          <p:nvPr/>
        </p:nvPicPr>
        <p:blipFill>
          <a:blip r:embed="rId3">
            <a:alphaModFix/>
          </a:blip>
          <a:stretch>
            <a:fillRect/>
          </a:stretch>
        </p:blipFill>
        <p:spPr>
          <a:xfrm>
            <a:off x="1447800" y="1162044"/>
            <a:ext cx="6608032" cy="4006123"/>
          </a:xfrm>
          <a:prstGeom prst="rect">
            <a:avLst/>
          </a:prstGeom>
          <a:noFill/>
          <a:ln>
            <a:noFill/>
          </a:ln>
        </p:spPr>
      </p:pic>
      <p:sp>
        <p:nvSpPr>
          <p:cNvPr id="101" name="Google Shape;101;p17"/>
          <p:cNvSpPr txBox="1"/>
          <p:nvPr>
            <p:ph idx="4294967295" type="sldNum"/>
          </p:nvPr>
        </p:nvSpPr>
        <p:spPr>
          <a:xfrm>
            <a:off x="7010400" y="4914899"/>
            <a:ext cx="2133600" cy="228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1447800" y="285750"/>
            <a:ext cx="7391400" cy="57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solidFill>
                  <a:schemeClr val="dk1"/>
                </a:solidFill>
              </a:rPr>
              <a:t>Multi-radio multi-channel HetNets</a:t>
            </a:r>
            <a:endParaRPr/>
          </a:p>
        </p:txBody>
      </p:sp>
      <p:sp>
        <p:nvSpPr>
          <p:cNvPr id="107" name="Google Shape;107;p18"/>
          <p:cNvSpPr txBox="1"/>
          <p:nvPr>
            <p:ph idx="1" type="body"/>
          </p:nvPr>
        </p:nvSpPr>
        <p:spPr>
          <a:xfrm>
            <a:off x="1143000" y="1085850"/>
            <a:ext cx="7696200" cy="3657600"/>
          </a:xfrm>
          <a:prstGeom prst="rect">
            <a:avLst/>
          </a:prstGeom>
        </p:spPr>
        <p:txBody>
          <a:bodyPr anchorCtr="0" anchor="t" bIns="91425" lIns="91425" spcFirstLastPara="1" rIns="91425" wrap="square" tIns="91425">
            <a:noAutofit/>
          </a:bodyPr>
          <a:lstStyle/>
          <a:p>
            <a:pPr indent="-381000" lvl="0" marL="457200" rtl="0" algn="l">
              <a:spcBef>
                <a:spcPts val="480"/>
              </a:spcBef>
              <a:spcAft>
                <a:spcPts val="0"/>
              </a:spcAft>
              <a:buSzPts val="2400"/>
              <a:buChar char="▪"/>
            </a:pPr>
            <a:r>
              <a:rPr lang="pt-BR"/>
              <a:t>Multi-radio: more than one </a:t>
            </a:r>
            <a:r>
              <a:rPr lang="pt-BR"/>
              <a:t>transceiver</a:t>
            </a:r>
            <a:r>
              <a:rPr lang="pt-BR"/>
              <a:t>, each capable to transmit in a specific channel</a:t>
            </a:r>
            <a:endParaRPr/>
          </a:p>
          <a:p>
            <a:pPr indent="-381000" lvl="0" marL="457200" rtl="0" algn="l">
              <a:spcBef>
                <a:spcPts val="0"/>
              </a:spcBef>
              <a:spcAft>
                <a:spcPts val="0"/>
              </a:spcAft>
              <a:buSzPts val="2400"/>
              <a:buChar char="▪"/>
            </a:pPr>
            <a:r>
              <a:rPr lang="pt-BR"/>
              <a:t>Multi-channel: ability to transmit in more than a single frequency</a:t>
            </a:r>
            <a:endParaRPr/>
          </a:p>
          <a:p>
            <a:pPr indent="-381000" lvl="0" marL="457200" rtl="0" algn="l">
              <a:spcBef>
                <a:spcPts val="0"/>
              </a:spcBef>
              <a:spcAft>
                <a:spcPts val="0"/>
              </a:spcAft>
              <a:buSzPts val="2400"/>
              <a:buChar char="▪"/>
            </a:pPr>
            <a:r>
              <a:rPr lang="pt-BR"/>
              <a:t>Heterogeneous:</a:t>
            </a:r>
            <a:endParaRPr/>
          </a:p>
          <a:p>
            <a:pPr indent="-381000" lvl="1" marL="914400" rtl="0" algn="l">
              <a:spcBef>
                <a:spcPts val="0"/>
              </a:spcBef>
              <a:spcAft>
                <a:spcPts val="0"/>
              </a:spcAft>
              <a:buSzPts val="2400"/>
              <a:buChar char="−"/>
            </a:pPr>
            <a:r>
              <a:rPr lang="pt-BR"/>
              <a:t>Nodes might have different radios available</a:t>
            </a:r>
            <a:endParaRPr/>
          </a:p>
          <a:p>
            <a:pPr indent="-381000" lvl="1" marL="914400" rtl="0" algn="l">
              <a:spcBef>
                <a:spcPts val="0"/>
              </a:spcBef>
              <a:spcAft>
                <a:spcPts val="0"/>
              </a:spcAft>
              <a:buSzPts val="2400"/>
              <a:buChar char="−"/>
            </a:pPr>
            <a:r>
              <a:rPr lang="pt-BR"/>
              <a:t>Nodes may move differently</a:t>
            </a:r>
            <a:endParaRPr/>
          </a:p>
          <a:p>
            <a:pPr indent="-381000" lvl="1" marL="914400" rtl="0" algn="l">
              <a:spcBef>
                <a:spcPts val="0"/>
              </a:spcBef>
              <a:spcAft>
                <a:spcPts val="0"/>
              </a:spcAft>
              <a:buSzPts val="2400"/>
              <a:buChar char="−"/>
            </a:pPr>
            <a:r>
              <a:rPr lang="pt-BR"/>
              <a:t>Nodes can have different energy source (UAV/cars/base stations)</a:t>
            </a:r>
            <a:endParaRPr/>
          </a:p>
        </p:txBody>
      </p:sp>
      <p:sp>
        <p:nvSpPr>
          <p:cNvPr id="108" name="Google Shape;108;p18"/>
          <p:cNvSpPr txBox="1"/>
          <p:nvPr>
            <p:ph idx="4294967295" type="sldNum"/>
          </p:nvPr>
        </p:nvSpPr>
        <p:spPr>
          <a:xfrm>
            <a:off x="7010400" y="4914899"/>
            <a:ext cx="2133600" cy="228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1447800" y="285750"/>
            <a:ext cx="7391400" cy="57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NSF:S&amp;CC initiative</a:t>
            </a:r>
            <a:endParaRPr/>
          </a:p>
        </p:txBody>
      </p:sp>
      <p:sp>
        <p:nvSpPr>
          <p:cNvPr id="114" name="Google Shape;114;p19"/>
          <p:cNvSpPr txBox="1"/>
          <p:nvPr>
            <p:ph idx="1" type="body"/>
          </p:nvPr>
        </p:nvSpPr>
        <p:spPr>
          <a:xfrm>
            <a:off x="1143000" y="1085850"/>
            <a:ext cx="7696200" cy="3657600"/>
          </a:xfrm>
          <a:prstGeom prst="rect">
            <a:avLst/>
          </a:prstGeom>
        </p:spPr>
        <p:txBody>
          <a:bodyPr anchorCtr="0" anchor="t" bIns="91425" lIns="91425" spcFirstLastPara="1" rIns="91425" wrap="square" tIns="91425">
            <a:noAutofit/>
          </a:bodyPr>
          <a:lstStyle/>
          <a:p>
            <a:pPr indent="-381000" lvl="0" marL="457200" rtl="0" algn="l">
              <a:spcBef>
                <a:spcPts val="480"/>
              </a:spcBef>
              <a:spcAft>
                <a:spcPts val="0"/>
              </a:spcAft>
              <a:buSzPts val="2400"/>
              <a:buChar char="▪"/>
            </a:pPr>
            <a:r>
              <a:rPr lang="pt-BR"/>
              <a:t>NSF: Smart &amp; Connected Communities</a:t>
            </a:r>
            <a:endParaRPr/>
          </a:p>
          <a:p>
            <a:pPr indent="-381000" lvl="1" marL="914400" rtl="0" algn="l">
              <a:spcBef>
                <a:spcPts val="0"/>
              </a:spcBef>
              <a:spcAft>
                <a:spcPts val="0"/>
              </a:spcAft>
              <a:buSzPts val="2400"/>
              <a:buChar char="−"/>
            </a:pPr>
            <a:r>
              <a:rPr lang="pt-BR"/>
              <a:t>Funding opportunities</a:t>
            </a:r>
            <a:endParaRPr/>
          </a:p>
          <a:p>
            <a:pPr indent="-381000" lvl="1" marL="914400" rtl="0" algn="l">
              <a:spcBef>
                <a:spcPts val="0"/>
              </a:spcBef>
              <a:spcAft>
                <a:spcPts val="0"/>
              </a:spcAft>
              <a:buSzPts val="2400"/>
              <a:buChar char="−"/>
            </a:pPr>
            <a:r>
              <a:rPr lang="pt-BR"/>
              <a:t>Interdisciplinary efforts</a:t>
            </a:r>
            <a:endParaRPr/>
          </a:p>
          <a:p>
            <a:pPr indent="-381000" lvl="1" marL="914400" rtl="0" algn="l">
              <a:spcBef>
                <a:spcPts val="0"/>
              </a:spcBef>
              <a:spcAft>
                <a:spcPts val="0"/>
              </a:spcAft>
              <a:buSzPts val="2400"/>
              <a:buChar char="−"/>
            </a:pPr>
            <a:r>
              <a:rPr lang="pt-BR"/>
              <a:t>Broad </a:t>
            </a:r>
            <a:r>
              <a:rPr lang="pt-BR"/>
              <a:t>foreseen</a:t>
            </a:r>
            <a:r>
              <a:rPr lang="pt-BR"/>
              <a:t> impact: </a:t>
            </a:r>
            <a:r>
              <a:rPr lang="pt-BR"/>
              <a:t>agriculture, infrastructure, emergency management, smart electric power grid, health, public safety, rural and urban planning, transportation, water management, etc.</a:t>
            </a:r>
            <a:endParaRPr/>
          </a:p>
        </p:txBody>
      </p:sp>
      <p:sp>
        <p:nvSpPr>
          <p:cNvPr id="115" name="Google Shape;115;p19"/>
          <p:cNvSpPr txBox="1"/>
          <p:nvPr>
            <p:ph idx="4294967295" type="sldNum"/>
          </p:nvPr>
        </p:nvSpPr>
        <p:spPr>
          <a:xfrm>
            <a:off x="7010400" y="4914899"/>
            <a:ext cx="2133600" cy="228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1447800" y="285750"/>
            <a:ext cx="7391400" cy="57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Commercial potential</a:t>
            </a:r>
            <a:endParaRPr/>
          </a:p>
        </p:txBody>
      </p:sp>
      <p:sp>
        <p:nvSpPr>
          <p:cNvPr id="121" name="Google Shape;121;p20"/>
          <p:cNvSpPr txBox="1"/>
          <p:nvPr>
            <p:ph idx="1" type="body"/>
          </p:nvPr>
        </p:nvSpPr>
        <p:spPr>
          <a:xfrm>
            <a:off x="0" y="1085850"/>
            <a:ext cx="6668400" cy="3657600"/>
          </a:xfrm>
          <a:prstGeom prst="rect">
            <a:avLst/>
          </a:prstGeom>
        </p:spPr>
        <p:txBody>
          <a:bodyPr anchorCtr="0" anchor="t" bIns="91425" lIns="91425" spcFirstLastPara="1" rIns="91425" wrap="square" tIns="91425">
            <a:noAutofit/>
          </a:bodyPr>
          <a:lstStyle/>
          <a:p>
            <a:pPr indent="-381000" lvl="0" marL="457200" rtl="0" algn="l">
              <a:spcBef>
                <a:spcPts val="480"/>
              </a:spcBef>
              <a:spcAft>
                <a:spcPts val="0"/>
              </a:spcAft>
              <a:buSzPts val="2400"/>
              <a:buChar char="▪"/>
            </a:pPr>
            <a:r>
              <a:rPr lang="pt-BR"/>
              <a:t>Private sector is already deploying solutions</a:t>
            </a:r>
            <a:r>
              <a:rPr baseline="30000" lang="pt-BR"/>
              <a:t>1</a:t>
            </a:r>
            <a:endParaRPr baseline="30000"/>
          </a:p>
          <a:p>
            <a:pPr indent="-381000" lvl="0" marL="457200" rtl="0" algn="l">
              <a:spcBef>
                <a:spcPts val="0"/>
              </a:spcBef>
              <a:spcAft>
                <a:spcPts val="0"/>
              </a:spcAft>
              <a:buSzPts val="2400"/>
              <a:buChar char="▪"/>
            </a:pPr>
            <a:r>
              <a:rPr lang="pt-BR"/>
              <a:t>Improve quality of life generates revenue</a:t>
            </a:r>
            <a:endParaRPr/>
          </a:p>
          <a:p>
            <a:pPr indent="-381000" lvl="0" marL="457200" rtl="0" algn="l">
              <a:spcBef>
                <a:spcPts val="0"/>
              </a:spcBef>
              <a:spcAft>
                <a:spcPts val="0"/>
              </a:spcAft>
              <a:buSzPts val="2400"/>
              <a:buChar char="▪"/>
            </a:pPr>
            <a:r>
              <a:rPr lang="pt-BR"/>
              <a:t>Efficient resource management: smart-grid, water distribution</a:t>
            </a:r>
            <a:endParaRPr/>
          </a:p>
          <a:p>
            <a:pPr indent="-381000" lvl="0" marL="457200" rtl="0" algn="l">
              <a:spcBef>
                <a:spcPts val="0"/>
              </a:spcBef>
              <a:spcAft>
                <a:spcPts val="0"/>
              </a:spcAft>
              <a:buSzPts val="2400"/>
              <a:buChar char="▪"/>
            </a:pPr>
            <a:r>
              <a:rPr lang="pt-BR"/>
              <a:t>Decision/policy making: data gathered and analyzed help legislators</a:t>
            </a:r>
            <a:endParaRPr/>
          </a:p>
          <a:p>
            <a:pPr indent="0" lvl="0" marL="0" rtl="0" algn="l">
              <a:spcBef>
                <a:spcPts val="480"/>
              </a:spcBef>
              <a:spcAft>
                <a:spcPts val="0"/>
              </a:spcAft>
              <a:buNone/>
            </a:pPr>
            <a:r>
              <a:t/>
            </a:r>
            <a:endParaRPr/>
          </a:p>
          <a:p>
            <a:pPr indent="0" lvl="0" marL="0" rtl="0" algn="l">
              <a:spcBef>
                <a:spcPts val="480"/>
              </a:spcBef>
              <a:spcAft>
                <a:spcPts val="0"/>
              </a:spcAft>
              <a:buNone/>
            </a:pPr>
            <a:r>
              <a:rPr lang="pt-BR" sz="1200"/>
              <a:t>1 - https://newsroom.intel.com/news-releases/san-jose-implements-intel-technology-for-a-smarter-city/</a:t>
            </a:r>
            <a:endParaRPr sz="1200"/>
          </a:p>
        </p:txBody>
      </p:sp>
      <p:pic>
        <p:nvPicPr>
          <p:cNvPr id="122" name="Google Shape;122;p20"/>
          <p:cNvPicPr preferRelativeResize="0"/>
          <p:nvPr/>
        </p:nvPicPr>
        <p:blipFill>
          <a:blip r:embed="rId3">
            <a:alphaModFix/>
          </a:blip>
          <a:stretch>
            <a:fillRect/>
          </a:stretch>
        </p:blipFill>
        <p:spPr>
          <a:xfrm>
            <a:off x="6668525" y="143850"/>
            <a:ext cx="2475474" cy="2475474"/>
          </a:xfrm>
          <a:prstGeom prst="rect">
            <a:avLst/>
          </a:prstGeom>
          <a:noFill/>
          <a:ln>
            <a:noFill/>
          </a:ln>
        </p:spPr>
      </p:pic>
      <p:pic>
        <p:nvPicPr>
          <p:cNvPr id="123" name="Google Shape;123;p20"/>
          <p:cNvPicPr preferRelativeResize="0"/>
          <p:nvPr/>
        </p:nvPicPr>
        <p:blipFill>
          <a:blip r:embed="rId4">
            <a:alphaModFix/>
          </a:blip>
          <a:stretch>
            <a:fillRect/>
          </a:stretch>
        </p:blipFill>
        <p:spPr>
          <a:xfrm>
            <a:off x="6649475" y="2668025"/>
            <a:ext cx="2475474" cy="2475474"/>
          </a:xfrm>
          <a:prstGeom prst="rect">
            <a:avLst/>
          </a:prstGeom>
          <a:noFill/>
          <a:ln>
            <a:noFill/>
          </a:ln>
        </p:spPr>
      </p:pic>
      <p:sp>
        <p:nvSpPr>
          <p:cNvPr id="124" name="Google Shape;124;p20"/>
          <p:cNvSpPr txBox="1"/>
          <p:nvPr>
            <p:ph idx="4294967295" type="sldNum"/>
          </p:nvPr>
        </p:nvSpPr>
        <p:spPr>
          <a:xfrm>
            <a:off x="7010400" y="4914899"/>
            <a:ext cx="2133600" cy="228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1447800" y="285750"/>
            <a:ext cx="7391400" cy="5715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lang="pt-BR"/>
              <a:t>3D obstacle compliant mobility model</a:t>
            </a:r>
            <a:endParaRPr b="1" i="0" sz="2800" u="none" cap="none" strike="noStrike">
              <a:solidFill>
                <a:schemeClr val="dk2"/>
              </a:solidFill>
              <a:latin typeface="Calibri"/>
              <a:ea typeface="Calibri"/>
              <a:cs typeface="Calibri"/>
              <a:sym typeface="Calibri"/>
            </a:endParaRPr>
          </a:p>
        </p:txBody>
      </p:sp>
      <p:sp>
        <p:nvSpPr>
          <p:cNvPr id="130" name="Google Shape;130;p21"/>
          <p:cNvSpPr txBox="1"/>
          <p:nvPr>
            <p:ph idx="1" type="body"/>
          </p:nvPr>
        </p:nvSpPr>
        <p:spPr>
          <a:xfrm>
            <a:off x="1143000" y="1085850"/>
            <a:ext cx="7696200" cy="3657600"/>
          </a:xfrm>
          <a:prstGeom prst="rect">
            <a:avLst/>
          </a:prstGeom>
          <a:noFill/>
          <a:ln>
            <a:noFill/>
          </a:ln>
        </p:spPr>
        <p:txBody>
          <a:bodyPr anchorCtr="0" anchor="t" bIns="45700" lIns="91425" spcFirstLastPara="1" rIns="91425" wrap="square" tIns="45700">
            <a:noAutofit/>
          </a:bodyPr>
          <a:lstStyle/>
          <a:p>
            <a:pPr indent="-349250" lvl="0" marL="457200" marR="0" rtl="0" algn="l">
              <a:spcBef>
                <a:spcPts val="400"/>
              </a:spcBef>
              <a:spcAft>
                <a:spcPts val="0"/>
              </a:spcAft>
              <a:buSzPts val="1900"/>
              <a:buChar char="▪"/>
            </a:pPr>
            <a:r>
              <a:rPr lang="pt-BR" sz="1900"/>
              <a:t>Network simulator (ns-3) provide vast amount of libraries to allow simulations of different communications scenarios and technologies.</a:t>
            </a:r>
            <a:endParaRPr sz="1900"/>
          </a:p>
          <a:p>
            <a:pPr indent="-349250" lvl="0" marL="457200" marR="0" rtl="0" algn="l">
              <a:spcBef>
                <a:spcPts val="0"/>
              </a:spcBef>
              <a:spcAft>
                <a:spcPts val="0"/>
              </a:spcAft>
              <a:buSzPts val="1900"/>
              <a:buChar char="▪"/>
            </a:pPr>
            <a:r>
              <a:rPr lang="pt-BR" sz="1900"/>
              <a:t>Mobile Ad Hoc Networks is a possible scenario to simulate.</a:t>
            </a:r>
            <a:endParaRPr sz="1900"/>
          </a:p>
          <a:p>
            <a:pPr indent="-349250" lvl="0" marL="457200" marR="0" rtl="0" algn="l">
              <a:spcBef>
                <a:spcPts val="0"/>
              </a:spcBef>
              <a:spcAft>
                <a:spcPts val="0"/>
              </a:spcAft>
              <a:buSzPts val="1900"/>
              <a:buChar char="▪"/>
            </a:pPr>
            <a:r>
              <a:rPr lang="pt-BR" sz="1900"/>
              <a:t>Mobility models dictate how nodes move around.</a:t>
            </a:r>
            <a:endParaRPr sz="1900"/>
          </a:p>
          <a:p>
            <a:pPr indent="-349250" lvl="0" marL="457200" marR="0" rtl="0" algn="l">
              <a:spcBef>
                <a:spcPts val="0"/>
              </a:spcBef>
              <a:spcAft>
                <a:spcPts val="0"/>
              </a:spcAft>
              <a:buSzPts val="1900"/>
              <a:buChar char="▪"/>
            </a:pPr>
            <a:r>
              <a:rPr lang="pt-BR" sz="1900"/>
              <a:t>Physical objects (i.e. buildings) are accounted from a communications perspective but not from a mobility model point-of-view.</a:t>
            </a:r>
            <a:endParaRPr sz="1900"/>
          </a:p>
          <a:p>
            <a:pPr indent="0" lvl="0" marL="0" marR="0" rtl="0" algn="l">
              <a:spcBef>
                <a:spcPts val="400"/>
              </a:spcBef>
              <a:spcAft>
                <a:spcPts val="0"/>
              </a:spcAft>
              <a:buNone/>
            </a:pPr>
            <a:r>
              <a:t/>
            </a:r>
            <a:endParaRPr sz="1900"/>
          </a:p>
        </p:txBody>
      </p:sp>
      <p:sp>
        <p:nvSpPr>
          <p:cNvPr id="131" name="Google Shape;131;p21"/>
          <p:cNvSpPr txBox="1"/>
          <p:nvPr>
            <p:ph idx="4294967295" type="sldNum"/>
          </p:nvPr>
        </p:nvSpPr>
        <p:spPr>
          <a:xfrm>
            <a:off x="7010400" y="4914899"/>
            <a:ext cx="2133600" cy="228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pic>
        <p:nvPicPr>
          <p:cNvPr id="132" name="Google Shape;132;p21"/>
          <p:cNvPicPr preferRelativeResize="0"/>
          <p:nvPr/>
        </p:nvPicPr>
        <p:blipFill>
          <a:blip r:embed="rId3">
            <a:alphaModFix/>
          </a:blip>
          <a:stretch>
            <a:fillRect/>
          </a:stretch>
        </p:blipFill>
        <p:spPr>
          <a:xfrm>
            <a:off x="5057975" y="4022122"/>
            <a:ext cx="3781226" cy="721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1447800" y="285750"/>
            <a:ext cx="7391400" cy="5715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Font typeface="Arial"/>
              <a:buNone/>
            </a:pPr>
            <a:r>
              <a:rPr lang="pt-BR"/>
              <a:t>Existing Models</a:t>
            </a:r>
            <a:endParaRPr b="1" i="0" sz="2800" u="none" cap="none" strike="noStrike">
              <a:solidFill>
                <a:schemeClr val="dk2"/>
              </a:solidFill>
              <a:latin typeface="Calibri"/>
              <a:ea typeface="Calibri"/>
              <a:cs typeface="Calibri"/>
              <a:sym typeface="Calibri"/>
            </a:endParaRPr>
          </a:p>
        </p:txBody>
      </p:sp>
      <p:sp>
        <p:nvSpPr>
          <p:cNvPr id="138" name="Google Shape;138;p22"/>
          <p:cNvSpPr txBox="1"/>
          <p:nvPr>
            <p:ph idx="1" type="body"/>
          </p:nvPr>
        </p:nvSpPr>
        <p:spPr>
          <a:xfrm>
            <a:off x="1143000" y="1085850"/>
            <a:ext cx="7696200" cy="3657600"/>
          </a:xfrm>
          <a:prstGeom prst="rect">
            <a:avLst/>
          </a:prstGeom>
          <a:noFill/>
          <a:ln>
            <a:noFill/>
          </a:ln>
        </p:spPr>
        <p:txBody>
          <a:bodyPr anchorCtr="0" anchor="t" bIns="45700" lIns="91425" spcFirstLastPara="1" rIns="91425" wrap="square" tIns="45700">
            <a:noAutofit/>
          </a:bodyPr>
          <a:lstStyle/>
          <a:p>
            <a:pPr indent="-225425" lvl="0" marL="231775" marR="0" rtl="0" algn="l">
              <a:spcBef>
                <a:spcPts val="0"/>
              </a:spcBef>
              <a:spcAft>
                <a:spcPts val="0"/>
              </a:spcAft>
              <a:buClr>
                <a:schemeClr val="dk1"/>
              </a:buClr>
              <a:buSzPts val="1900"/>
              <a:buFont typeface="Noto Sans Symbols"/>
              <a:buChar char="▪"/>
            </a:pPr>
            <a:r>
              <a:rPr b="0" i="0" lang="pt-BR" sz="1900" u="none" cap="none" strike="noStrike">
                <a:solidFill>
                  <a:schemeClr val="dk1"/>
                </a:solidFill>
                <a:latin typeface="Calibri"/>
                <a:ea typeface="Calibri"/>
                <a:cs typeface="Calibri"/>
                <a:sym typeface="Calibri"/>
              </a:rPr>
              <a:t>Random Walk (2D):</a:t>
            </a:r>
            <a:endParaRPr sz="1900"/>
          </a:p>
          <a:p>
            <a:pPr indent="-279400" lvl="1" marL="742950" marR="0" rtl="0" algn="l">
              <a:spcBef>
                <a:spcPts val="400"/>
              </a:spcBef>
              <a:spcAft>
                <a:spcPts val="0"/>
              </a:spcAft>
              <a:buClr>
                <a:schemeClr val="dk1"/>
              </a:buClr>
              <a:buSzPts val="1900"/>
              <a:buFont typeface="Merriweather Sans"/>
              <a:buChar char="−"/>
            </a:pPr>
            <a:r>
              <a:rPr lang="pt-BR" sz="1900"/>
              <a:t>M</a:t>
            </a:r>
            <a:r>
              <a:rPr b="0" i="0" lang="pt-BR" sz="1900" u="none" cap="none" strike="noStrike">
                <a:solidFill>
                  <a:schemeClr val="dk1"/>
                </a:solidFill>
                <a:latin typeface="Calibri"/>
                <a:ea typeface="Calibri"/>
                <a:cs typeface="Calibri"/>
                <a:sym typeface="Calibri"/>
              </a:rPr>
              <a:t>ove in a straight line for a determined amount of time.</a:t>
            </a:r>
            <a:endParaRPr sz="1900"/>
          </a:p>
          <a:p>
            <a:pPr indent="-279400" lvl="1" marL="742950" marR="0" rtl="0" algn="l">
              <a:spcBef>
                <a:spcPts val="400"/>
              </a:spcBef>
              <a:spcAft>
                <a:spcPts val="0"/>
              </a:spcAft>
              <a:buClr>
                <a:schemeClr val="dk1"/>
              </a:buClr>
              <a:buSzPts val="1900"/>
              <a:buFont typeface="Merriweather Sans"/>
              <a:buChar char="−"/>
            </a:pPr>
            <a:r>
              <a:rPr b="0" i="0" lang="pt-BR" sz="1900" u="none" cap="none" strike="noStrike">
                <a:solidFill>
                  <a:schemeClr val="dk1"/>
                </a:solidFill>
                <a:latin typeface="Calibri"/>
                <a:ea typeface="Calibri"/>
                <a:cs typeface="Calibri"/>
                <a:sym typeface="Calibri"/>
              </a:rPr>
              <a:t>Randomly choose new parameters.</a:t>
            </a:r>
            <a:endParaRPr sz="1900"/>
          </a:p>
          <a:p>
            <a:pPr indent="-225425" lvl="0" marL="231775" marR="0" rtl="0" algn="l">
              <a:spcBef>
                <a:spcPts val="400"/>
              </a:spcBef>
              <a:spcAft>
                <a:spcPts val="0"/>
              </a:spcAft>
              <a:buClr>
                <a:schemeClr val="dk1"/>
              </a:buClr>
              <a:buSzPts val="1900"/>
              <a:buFont typeface="Noto Sans Symbols"/>
              <a:buChar char="▪"/>
            </a:pPr>
            <a:r>
              <a:rPr b="0" i="0" lang="pt-BR" sz="1900" u="none" cap="none" strike="noStrike">
                <a:solidFill>
                  <a:schemeClr val="dk1"/>
                </a:solidFill>
                <a:latin typeface="Calibri"/>
                <a:ea typeface="Calibri"/>
                <a:cs typeface="Calibri"/>
                <a:sym typeface="Calibri"/>
              </a:rPr>
              <a:t>Random Direction (2D):</a:t>
            </a:r>
            <a:endParaRPr sz="1900"/>
          </a:p>
          <a:p>
            <a:pPr indent="-279400" lvl="1" marL="742950" marR="0" rtl="0" algn="l">
              <a:spcBef>
                <a:spcPts val="400"/>
              </a:spcBef>
              <a:spcAft>
                <a:spcPts val="0"/>
              </a:spcAft>
              <a:buClr>
                <a:schemeClr val="dk1"/>
              </a:buClr>
              <a:buSzPts val="1900"/>
              <a:buFont typeface="Merriweather Sans"/>
              <a:buChar char="−"/>
            </a:pPr>
            <a:r>
              <a:rPr b="0" i="0" lang="pt-BR" sz="1900" u="none" cap="none" strike="noStrike">
                <a:solidFill>
                  <a:schemeClr val="dk1"/>
                </a:solidFill>
                <a:latin typeface="Calibri"/>
                <a:ea typeface="Calibri"/>
                <a:cs typeface="Calibri"/>
                <a:sym typeface="Calibri"/>
              </a:rPr>
              <a:t>A node moves in straight line until it reaches the boundary.</a:t>
            </a:r>
            <a:endParaRPr sz="1900"/>
          </a:p>
          <a:p>
            <a:pPr indent="-279400" lvl="1" marL="742950" marR="0" rtl="0" algn="l">
              <a:spcBef>
                <a:spcPts val="400"/>
              </a:spcBef>
              <a:spcAft>
                <a:spcPts val="0"/>
              </a:spcAft>
              <a:buClr>
                <a:schemeClr val="dk1"/>
              </a:buClr>
              <a:buSzPts val="1900"/>
              <a:buFont typeface="Merriweather Sans"/>
              <a:buChar char="−"/>
            </a:pPr>
            <a:r>
              <a:rPr b="0" i="0" lang="pt-BR" sz="1900" u="none" cap="none" strike="noStrike">
                <a:solidFill>
                  <a:schemeClr val="dk1"/>
                </a:solidFill>
                <a:latin typeface="Calibri"/>
                <a:ea typeface="Calibri"/>
                <a:cs typeface="Calibri"/>
                <a:sym typeface="Calibri"/>
              </a:rPr>
              <a:t>Randomly chooses new parameters</a:t>
            </a:r>
            <a:r>
              <a:rPr lang="pt-BR" sz="1900"/>
              <a:t>.</a:t>
            </a:r>
            <a:endParaRPr sz="1900"/>
          </a:p>
          <a:p>
            <a:pPr indent="-225425" lvl="0" marL="231775" marR="0" rtl="0" algn="l">
              <a:spcBef>
                <a:spcPts val="400"/>
              </a:spcBef>
              <a:spcAft>
                <a:spcPts val="0"/>
              </a:spcAft>
              <a:buClr>
                <a:schemeClr val="dk1"/>
              </a:buClr>
              <a:buSzPts val="1900"/>
              <a:buFont typeface="Noto Sans Symbols"/>
              <a:buChar char="▪"/>
            </a:pPr>
            <a:r>
              <a:rPr b="0" i="0" lang="pt-BR" sz="1900" u="none" cap="none" strike="noStrike">
                <a:solidFill>
                  <a:schemeClr val="dk1"/>
                </a:solidFill>
                <a:latin typeface="Calibri"/>
                <a:ea typeface="Calibri"/>
                <a:cs typeface="Calibri"/>
                <a:sym typeface="Calibri"/>
              </a:rPr>
              <a:t>Gauss-Markov (3D):</a:t>
            </a:r>
            <a:endParaRPr sz="1900"/>
          </a:p>
          <a:p>
            <a:pPr indent="-279400" lvl="1" marL="742950" marR="0" rtl="0" algn="l">
              <a:spcBef>
                <a:spcPts val="400"/>
              </a:spcBef>
              <a:spcAft>
                <a:spcPts val="0"/>
              </a:spcAft>
              <a:buClr>
                <a:schemeClr val="dk1"/>
              </a:buClr>
              <a:buSzPts val="1900"/>
              <a:buFont typeface="Merriweather Sans"/>
              <a:buChar char="−"/>
            </a:pPr>
            <a:r>
              <a:rPr lang="pt-BR" sz="1900"/>
              <a:t>M</a:t>
            </a:r>
            <a:r>
              <a:rPr b="0" i="0" lang="pt-BR" sz="1900" u="none" cap="none" strike="noStrike">
                <a:solidFill>
                  <a:schemeClr val="dk1"/>
                </a:solidFill>
                <a:latin typeface="Calibri"/>
                <a:ea typeface="Calibri"/>
                <a:cs typeface="Calibri"/>
                <a:sym typeface="Calibri"/>
              </a:rPr>
              <a:t>oves for a certain time before changing parameters.</a:t>
            </a:r>
            <a:endParaRPr sz="1900"/>
          </a:p>
          <a:p>
            <a:pPr indent="-279400" lvl="1" marL="742950" marR="0" rtl="0" algn="l">
              <a:spcBef>
                <a:spcPts val="400"/>
              </a:spcBef>
              <a:spcAft>
                <a:spcPts val="0"/>
              </a:spcAft>
              <a:buClr>
                <a:schemeClr val="dk1"/>
              </a:buClr>
              <a:buSzPts val="1900"/>
              <a:buFont typeface="Merriweather Sans"/>
              <a:buChar char="−"/>
            </a:pPr>
            <a:r>
              <a:rPr b="0" i="0" lang="pt-BR" sz="1900" u="none" cap="none" strike="noStrike">
                <a:solidFill>
                  <a:schemeClr val="dk1"/>
                </a:solidFill>
                <a:latin typeface="Calibri"/>
                <a:ea typeface="Calibri"/>
                <a:cs typeface="Calibri"/>
                <a:sym typeface="Calibri"/>
              </a:rPr>
              <a:t>Parameters can be constrained by random distributed variables</a:t>
            </a:r>
            <a:r>
              <a:rPr lang="pt-BR" sz="1900"/>
              <a:t>.</a:t>
            </a:r>
            <a:endParaRPr b="0" i="0" sz="1900" u="none" cap="none" strike="noStrike">
              <a:solidFill>
                <a:schemeClr val="dk1"/>
              </a:solidFill>
              <a:latin typeface="Calibri"/>
              <a:ea typeface="Calibri"/>
              <a:cs typeface="Calibri"/>
              <a:sym typeface="Calibri"/>
            </a:endParaRPr>
          </a:p>
        </p:txBody>
      </p:sp>
      <p:sp>
        <p:nvSpPr>
          <p:cNvPr id="139" name="Google Shape;139;p22"/>
          <p:cNvSpPr txBox="1"/>
          <p:nvPr>
            <p:ph idx="4294967295" type="sldNum"/>
          </p:nvPr>
        </p:nvSpPr>
        <p:spPr>
          <a:xfrm>
            <a:off x="7010400" y="4914899"/>
            <a:ext cx="2133600" cy="228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3" name="Shape 143"/>
        <p:cNvGrpSpPr/>
        <p:nvPr/>
      </p:nvGrpSpPr>
      <p:grpSpPr>
        <a:xfrm>
          <a:off x="0" y="0"/>
          <a:ext cx="0" cy="0"/>
          <a:chOff x="0" y="0"/>
          <a:chExt cx="0" cy="0"/>
        </a:xfrm>
      </p:grpSpPr>
      <p:sp>
        <p:nvSpPr>
          <p:cNvPr id="144" name="Google Shape;144;p23"/>
          <p:cNvSpPr txBox="1"/>
          <p:nvPr>
            <p:ph type="title"/>
          </p:nvPr>
        </p:nvSpPr>
        <p:spPr>
          <a:xfrm>
            <a:off x="1447800" y="285750"/>
            <a:ext cx="7391400" cy="5715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pt-BR" sz="2800" u="none" cap="none" strike="noStrike">
                <a:solidFill>
                  <a:schemeClr val="dk2"/>
                </a:solidFill>
                <a:latin typeface="Calibri"/>
                <a:ea typeface="Calibri"/>
                <a:cs typeface="Calibri"/>
                <a:sym typeface="Calibri"/>
              </a:rPr>
              <a:t>Scope of work</a:t>
            </a:r>
            <a:endParaRPr b="1" i="0" sz="2800" u="none" cap="none" strike="noStrike">
              <a:solidFill>
                <a:schemeClr val="dk2"/>
              </a:solidFill>
              <a:latin typeface="Calibri"/>
              <a:ea typeface="Calibri"/>
              <a:cs typeface="Calibri"/>
              <a:sym typeface="Calibri"/>
            </a:endParaRPr>
          </a:p>
        </p:txBody>
      </p:sp>
      <p:sp>
        <p:nvSpPr>
          <p:cNvPr id="145" name="Google Shape;145;p23"/>
          <p:cNvSpPr txBox="1"/>
          <p:nvPr>
            <p:ph idx="1" type="body"/>
          </p:nvPr>
        </p:nvSpPr>
        <p:spPr>
          <a:xfrm>
            <a:off x="762000" y="1085850"/>
            <a:ext cx="4114800" cy="3657600"/>
          </a:xfrm>
          <a:prstGeom prst="rect">
            <a:avLst/>
          </a:prstGeom>
          <a:noFill/>
          <a:ln>
            <a:noFill/>
          </a:ln>
        </p:spPr>
        <p:txBody>
          <a:bodyPr anchorCtr="0" anchor="t" bIns="45700" lIns="91425" spcFirstLastPara="1" rIns="91425" wrap="square" tIns="45700">
            <a:noAutofit/>
          </a:bodyPr>
          <a:lstStyle/>
          <a:p>
            <a:pPr indent="-219075" lvl="0" marL="231775" marR="0" rtl="0" algn="l">
              <a:spcBef>
                <a:spcPts val="0"/>
              </a:spcBef>
              <a:spcAft>
                <a:spcPts val="0"/>
              </a:spcAft>
              <a:buClr>
                <a:schemeClr val="dk1"/>
              </a:buClr>
              <a:buSzPts val="2200"/>
              <a:buFont typeface="Noto Sans Symbols"/>
              <a:buChar char="▪"/>
            </a:pPr>
            <a:r>
              <a:rPr b="0" i="0" lang="pt-BR" sz="2200" u="none" cap="none" strike="noStrike">
                <a:solidFill>
                  <a:schemeClr val="dk1"/>
                </a:solidFill>
                <a:latin typeface="Calibri"/>
                <a:ea typeface="Calibri"/>
                <a:cs typeface="Calibri"/>
                <a:sym typeface="Calibri"/>
              </a:rPr>
              <a:t>New classes added to the mobility module</a:t>
            </a:r>
            <a:endParaRPr sz="2200"/>
          </a:p>
          <a:p>
            <a:pPr indent="-79375" lvl="0" marL="231775" marR="0" rtl="0" algn="l">
              <a:spcBef>
                <a:spcPts val="480"/>
              </a:spcBef>
              <a:spcAft>
                <a:spcPts val="0"/>
              </a:spcAft>
              <a:buClr>
                <a:schemeClr val="dk1"/>
              </a:buClr>
              <a:buSzPts val="2400"/>
              <a:buFont typeface="Noto Sans Symbols"/>
              <a:buNone/>
            </a:pPr>
            <a:r>
              <a:t/>
            </a:r>
            <a:endParaRPr b="0" i="0" sz="2200" u="none" cap="none" strike="noStrike">
              <a:solidFill>
                <a:schemeClr val="dk1"/>
              </a:solidFill>
              <a:latin typeface="Calibri"/>
              <a:ea typeface="Calibri"/>
              <a:cs typeface="Calibri"/>
              <a:sym typeface="Calibri"/>
            </a:endParaRPr>
          </a:p>
          <a:p>
            <a:pPr indent="-219075" lvl="0" marL="231775" marR="0" rtl="0" algn="l">
              <a:spcBef>
                <a:spcPts val="480"/>
              </a:spcBef>
              <a:spcAft>
                <a:spcPts val="0"/>
              </a:spcAft>
              <a:buClr>
                <a:schemeClr val="dk1"/>
              </a:buClr>
              <a:buSzPts val="2200"/>
              <a:buFont typeface="Noto Sans Symbols"/>
              <a:buChar char="▪"/>
            </a:pPr>
            <a:r>
              <a:rPr b="0" i="0" lang="pt-BR" sz="2200" u="none" cap="none" strike="noStrike">
                <a:solidFill>
                  <a:schemeClr val="dk1"/>
                </a:solidFill>
                <a:latin typeface="Calibri"/>
                <a:ea typeface="Calibri"/>
                <a:cs typeface="Calibri"/>
                <a:sym typeface="Calibri"/>
              </a:rPr>
              <a:t>Modification of existing auxiliary classes</a:t>
            </a:r>
            <a:endParaRPr sz="2200"/>
          </a:p>
          <a:p>
            <a:pPr indent="-273050" lvl="1" marL="742950" marR="0" rtl="0" algn="l">
              <a:spcBef>
                <a:spcPts val="480"/>
              </a:spcBef>
              <a:spcAft>
                <a:spcPts val="0"/>
              </a:spcAft>
              <a:buClr>
                <a:schemeClr val="dk1"/>
              </a:buClr>
              <a:buSzPts val="2200"/>
              <a:buFont typeface="Merriweather Sans"/>
              <a:buChar char="−"/>
            </a:pPr>
            <a:r>
              <a:rPr b="0" i="0" lang="pt-BR" sz="2200" u="none" cap="none" strike="noStrike">
                <a:solidFill>
                  <a:schemeClr val="dk1"/>
                </a:solidFill>
                <a:latin typeface="Calibri"/>
                <a:ea typeface="Calibri"/>
                <a:cs typeface="Calibri"/>
                <a:sym typeface="Calibri"/>
              </a:rPr>
              <a:t>No functions were removed/modified</a:t>
            </a:r>
            <a:endParaRPr sz="2200"/>
          </a:p>
          <a:p>
            <a:pPr indent="-273050" lvl="1" marL="742950" marR="0" rtl="0" algn="l">
              <a:spcBef>
                <a:spcPts val="480"/>
              </a:spcBef>
              <a:spcAft>
                <a:spcPts val="0"/>
              </a:spcAft>
              <a:buClr>
                <a:schemeClr val="dk1"/>
              </a:buClr>
              <a:buSzPts val="2200"/>
              <a:buFont typeface="Merriweather Sans"/>
              <a:buChar char="−"/>
            </a:pPr>
            <a:r>
              <a:rPr b="0" i="0" lang="pt-BR" sz="2200" u="none" cap="none" strike="noStrike">
                <a:solidFill>
                  <a:schemeClr val="dk1"/>
                </a:solidFill>
                <a:latin typeface="Calibri"/>
                <a:ea typeface="Calibri"/>
                <a:cs typeface="Calibri"/>
                <a:sym typeface="Calibri"/>
              </a:rPr>
              <a:t>Only new methods added to account for 3D geometry</a:t>
            </a:r>
            <a:endParaRPr sz="2200"/>
          </a:p>
        </p:txBody>
      </p:sp>
      <p:pic>
        <p:nvPicPr>
          <p:cNvPr id="146" name="Google Shape;146;p23"/>
          <p:cNvPicPr preferRelativeResize="0"/>
          <p:nvPr/>
        </p:nvPicPr>
        <p:blipFill rotWithShape="1">
          <a:blip r:embed="rId3">
            <a:alphaModFix/>
          </a:blip>
          <a:srcRect b="0" l="0" r="0" t="0"/>
          <a:stretch/>
        </p:blipFill>
        <p:spPr>
          <a:xfrm>
            <a:off x="4921897" y="1021550"/>
            <a:ext cx="3917301" cy="2628900"/>
          </a:xfrm>
          <a:prstGeom prst="rect">
            <a:avLst/>
          </a:prstGeom>
          <a:noFill/>
          <a:ln>
            <a:noFill/>
          </a:ln>
        </p:spPr>
      </p:pic>
      <p:sp>
        <p:nvSpPr>
          <p:cNvPr id="147" name="Google Shape;147;p23"/>
          <p:cNvSpPr txBox="1"/>
          <p:nvPr>
            <p:ph idx="4294967295" type="sldNum"/>
          </p:nvPr>
        </p:nvSpPr>
        <p:spPr>
          <a:xfrm>
            <a:off x="7010400" y="4914899"/>
            <a:ext cx="2133600" cy="228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1447800" y="285750"/>
            <a:ext cx="7391400" cy="5715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pt-BR" sz="2800" u="none" cap="none" strike="noStrike">
                <a:solidFill>
                  <a:schemeClr val="dk2"/>
                </a:solidFill>
                <a:latin typeface="Calibri"/>
                <a:ea typeface="Calibri"/>
                <a:cs typeface="Calibri"/>
                <a:sym typeface="Calibri"/>
              </a:rPr>
              <a:t>General block diagram</a:t>
            </a:r>
            <a:endParaRPr b="1" i="0" sz="2800" u="none" cap="none" strike="noStrike">
              <a:solidFill>
                <a:schemeClr val="dk2"/>
              </a:solidFill>
              <a:latin typeface="Calibri"/>
              <a:ea typeface="Calibri"/>
              <a:cs typeface="Calibri"/>
              <a:sym typeface="Calibri"/>
            </a:endParaRPr>
          </a:p>
        </p:txBody>
      </p:sp>
      <p:sp>
        <p:nvSpPr>
          <p:cNvPr id="153" name="Google Shape;153;p24"/>
          <p:cNvSpPr txBox="1"/>
          <p:nvPr>
            <p:ph idx="1" type="body"/>
          </p:nvPr>
        </p:nvSpPr>
        <p:spPr>
          <a:xfrm>
            <a:off x="1143000" y="1085850"/>
            <a:ext cx="4744200" cy="3657600"/>
          </a:xfrm>
          <a:prstGeom prst="rect">
            <a:avLst/>
          </a:prstGeom>
          <a:noFill/>
          <a:ln>
            <a:noFill/>
          </a:ln>
        </p:spPr>
        <p:txBody>
          <a:bodyPr anchorCtr="0" anchor="t" bIns="45700" lIns="91425" spcFirstLastPara="1" rIns="91425" wrap="square" tIns="45700">
            <a:noAutofit/>
          </a:bodyPr>
          <a:lstStyle/>
          <a:p>
            <a:pPr indent="-225425" lvl="0" marL="231775" marR="0" rtl="0" algn="l">
              <a:spcBef>
                <a:spcPts val="0"/>
              </a:spcBef>
              <a:spcAft>
                <a:spcPts val="0"/>
              </a:spcAft>
              <a:buClr>
                <a:schemeClr val="dk1"/>
              </a:buClr>
              <a:buSzPts val="1900"/>
              <a:buFont typeface="Noto Sans Symbols"/>
              <a:buChar char="▪"/>
            </a:pPr>
            <a:r>
              <a:rPr b="0" i="0" lang="pt-BR" sz="1900" u="none" cap="none" strike="noStrike">
                <a:solidFill>
                  <a:schemeClr val="dk1"/>
                </a:solidFill>
                <a:latin typeface="Calibri"/>
                <a:ea typeface="Calibri"/>
                <a:cs typeface="Calibri"/>
                <a:sym typeface="Calibri"/>
              </a:rPr>
              <a:t>All models follow similar flow</a:t>
            </a:r>
            <a:endParaRPr b="0" i="0" sz="1900" u="none" cap="none" strike="noStrike">
              <a:solidFill>
                <a:schemeClr val="dk1"/>
              </a:solidFill>
              <a:latin typeface="Calibri"/>
              <a:ea typeface="Calibri"/>
              <a:cs typeface="Calibri"/>
              <a:sym typeface="Calibri"/>
            </a:endParaRPr>
          </a:p>
          <a:p>
            <a:pPr indent="-225425" lvl="0" marL="231775" marR="0" rtl="0" algn="l">
              <a:spcBef>
                <a:spcPts val="400"/>
              </a:spcBef>
              <a:spcAft>
                <a:spcPts val="0"/>
              </a:spcAft>
              <a:buClr>
                <a:schemeClr val="dk1"/>
              </a:buClr>
              <a:buSzPts val="1900"/>
              <a:buFont typeface="Noto Sans Symbols"/>
              <a:buChar char="▪"/>
            </a:pPr>
            <a:r>
              <a:rPr b="0" i="0" lang="pt-BR" sz="1900" u="none" cap="none" strike="noStrike">
                <a:solidFill>
                  <a:schemeClr val="dk1"/>
                </a:solidFill>
                <a:latin typeface="Calibri"/>
                <a:ea typeface="Calibri"/>
                <a:cs typeface="Calibri"/>
                <a:sym typeface="Calibri"/>
              </a:rPr>
              <a:t>Intermediate yellow blocks represent the new features</a:t>
            </a:r>
            <a:endParaRPr sz="1900"/>
          </a:p>
          <a:p>
            <a:pPr indent="-225425" lvl="0" marL="231775" marR="0" rtl="0" algn="l">
              <a:spcBef>
                <a:spcPts val="400"/>
              </a:spcBef>
              <a:spcAft>
                <a:spcPts val="0"/>
              </a:spcAft>
              <a:buClr>
                <a:schemeClr val="dk1"/>
              </a:buClr>
              <a:buSzPts val="1900"/>
              <a:buFont typeface="Noto Sans Symbols"/>
              <a:buChar char="▪"/>
            </a:pPr>
            <a:r>
              <a:rPr b="0" i="0" lang="pt-BR" sz="1900" u="none" cap="none" strike="noStrike">
                <a:solidFill>
                  <a:schemeClr val="dk1"/>
                </a:solidFill>
                <a:latin typeface="Calibri"/>
                <a:ea typeface="Calibri"/>
                <a:cs typeface="Calibri"/>
                <a:sym typeface="Calibri"/>
              </a:rPr>
              <a:t>Coordinate system used in ns-3</a:t>
            </a:r>
            <a:endParaRPr b="0" i="0" sz="1900" u="none" cap="none" strike="noStrike">
              <a:solidFill>
                <a:schemeClr val="dk1"/>
              </a:solidFill>
              <a:latin typeface="Calibri"/>
              <a:ea typeface="Calibri"/>
              <a:cs typeface="Calibri"/>
              <a:sym typeface="Calibri"/>
            </a:endParaRPr>
          </a:p>
        </p:txBody>
      </p:sp>
      <p:pic>
        <p:nvPicPr>
          <p:cNvPr id="154" name="Google Shape;154;p24"/>
          <p:cNvPicPr preferRelativeResize="0"/>
          <p:nvPr/>
        </p:nvPicPr>
        <p:blipFill rotWithShape="1">
          <a:blip r:embed="rId3">
            <a:alphaModFix/>
          </a:blip>
          <a:srcRect b="0" l="0" r="0" t="0"/>
          <a:stretch/>
        </p:blipFill>
        <p:spPr>
          <a:xfrm>
            <a:off x="5887052" y="1409700"/>
            <a:ext cx="2944741" cy="3208631"/>
          </a:xfrm>
          <a:prstGeom prst="rect">
            <a:avLst/>
          </a:prstGeom>
          <a:noFill/>
          <a:ln>
            <a:noFill/>
          </a:ln>
        </p:spPr>
      </p:pic>
      <p:pic>
        <p:nvPicPr>
          <p:cNvPr id="155" name="Google Shape;155;p24"/>
          <p:cNvPicPr preferRelativeResize="0"/>
          <p:nvPr/>
        </p:nvPicPr>
        <p:blipFill rotWithShape="1">
          <a:blip r:embed="rId4">
            <a:alphaModFix/>
          </a:blip>
          <a:srcRect b="0" l="0" r="0" t="0"/>
          <a:stretch/>
        </p:blipFill>
        <p:spPr>
          <a:xfrm>
            <a:off x="304800" y="2622627"/>
            <a:ext cx="2526250" cy="2215299"/>
          </a:xfrm>
          <a:prstGeom prst="rect">
            <a:avLst/>
          </a:prstGeom>
          <a:noFill/>
          <a:ln>
            <a:noFill/>
          </a:ln>
        </p:spPr>
      </p:pic>
      <p:sp>
        <p:nvSpPr>
          <p:cNvPr id="156" name="Google Shape;156;p24"/>
          <p:cNvSpPr txBox="1"/>
          <p:nvPr>
            <p:ph idx="4294967295" type="sldNum"/>
          </p:nvPr>
        </p:nvSpPr>
        <p:spPr>
          <a:xfrm>
            <a:off x="7010400" y="4914899"/>
            <a:ext cx="2133600" cy="228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0" name="Shape 160"/>
        <p:cNvGrpSpPr/>
        <p:nvPr/>
      </p:nvGrpSpPr>
      <p:grpSpPr>
        <a:xfrm>
          <a:off x="0" y="0"/>
          <a:ext cx="0" cy="0"/>
          <a:chOff x="0" y="0"/>
          <a:chExt cx="0" cy="0"/>
        </a:xfrm>
      </p:grpSpPr>
      <p:pic>
        <p:nvPicPr>
          <p:cNvPr descr="The 3D trajectory resulted from the Random Walk 3D mobility model in the presence of an obstacle, in distance mode.&#10;&#10;Project website: http://www.cse.unr.edu/~regis/ns-3" id="161" name="Google Shape;161;p25" title="Random Walk (distance mode) 3D with obstacle">
            <a:hlinkClick r:id="rId3"/>
          </p:cNvPr>
          <p:cNvPicPr preferRelativeResize="0"/>
          <p:nvPr/>
        </p:nvPicPr>
        <p:blipFill>
          <a:blip r:embed="rId4">
            <a:alphaModFix/>
          </a:blip>
          <a:stretch>
            <a:fillRect/>
          </a:stretch>
        </p:blipFill>
        <p:spPr>
          <a:xfrm>
            <a:off x="678501" y="0"/>
            <a:ext cx="3468996" cy="2601775"/>
          </a:xfrm>
          <a:prstGeom prst="rect">
            <a:avLst/>
          </a:prstGeom>
          <a:noFill/>
          <a:ln>
            <a:noFill/>
          </a:ln>
        </p:spPr>
      </p:pic>
      <p:pic>
        <p:nvPicPr>
          <p:cNvPr descr="The 3D trajectory resulted from the Random Walk 3D mobility model in the presence of an obstacle, in time mode.&#10;&#10;Project website: http://www.cse.unr.edu/~regis/ns-3" id="162" name="Google Shape;162;p25" title="Random Walk (time mode) 3D with obstacle">
            <a:hlinkClick r:id="rId5"/>
          </p:cNvPr>
          <p:cNvPicPr preferRelativeResize="0"/>
          <p:nvPr/>
        </p:nvPicPr>
        <p:blipFill>
          <a:blip r:embed="rId6">
            <a:alphaModFix/>
          </a:blip>
          <a:stretch>
            <a:fillRect/>
          </a:stretch>
        </p:blipFill>
        <p:spPr>
          <a:xfrm>
            <a:off x="4996526" y="18"/>
            <a:ext cx="3469000" cy="2601757"/>
          </a:xfrm>
          <a:prstGeom prst="rect">
            <a:avLst/>
          </a:prstGeom>
          <a:noFill/>
          <a:ln>
            <a:noFill/>
          </a:ln>
        </p:spPr>
      </p:pic>
      <p:sp>
        <p:nvSpPr>
          <p:cNvPr id="163" name="Google Shape;163;p25"/>
          <p:cNvSpPr txBox="1"/>
          <p:nvPr/>
        </p:nvSpPr>
        <p:spPr>
          <a:xfrm rot="5400000">
            <a:off x="7489175" y="1089988"/>
            <a:ext cx="2374500" cy="42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a:t>Random Walk (time mode)</a:t>
            </a:r>
            <a:endParaRPr/>
          </a:p>
        </p:txBody>
      </p:sp>
      <p:sp>
        <p:nvSpPr>
          <p:cNvPr id="164" name="Google Shape;164;p25"/>
          <p:cNvSpPr txBox="1"/>
          <p:nvPr/>
        </p:nvSpPr>
        <p:spPr>
          <a:xfrm rot="-5400000">
            <a:off x="-838200" y="1242388"/>
            <a:ext cx="2663100" cy="42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a:t>Random Walk (distance mode)</a:t>
            </a:r>
            <a:endParaRPr/>
          </a:p>
        </p:txBody>
      </p:sp>
      <p:pic>
        <p:nvPicPr>
          <p:cNvPr descr="The 3D trajectory resulted from the Random Direction 3D mobility model in the presence of an obstacle.&#10;&#10;Project website: http://www.cse.unr.edu/~regis/ns-3" id="165" name="Google Shape;165;p25" title="Random Direction 3D with obstacle">
            <a:hlinkClick r:id="rId7"/>
          </p:cNvPr>
          <p:cNvPicPr preferRelativeResize="0"/>
          <p:nvPr/>
        </p:nvPicPr>
        <p:blipFill>
          <a:blip r:embed="rId8">
            <a:alphaModFix/>
          </a:blip>
          <a:stretch>
            <a:fillRect/>
          </a:stretch>
        </p:blipFill>
        <p:spPr>
          <a:xfrm>
            <a:off x="678501" y="2541725"/>
            <a:ext cx="3468996" cy="2601775"/>
          </a:xfrm>
          <a:prstGeom prst="rect">
            <a:avLst/>
          </a:prstGeom>
          <a:noFill/>
          <a:ln>
            <a:noFill/>
          </a:ln>
        </p:spPr>
      </p:pic>
      <p:sp>
        <p:nvSpPr>
          <p:cNvPr id="166" name="Google Shape;166;p25"/>
          <p:cNvSpPr txBox="1"/>
          <p:nvPr/>
        </p:nvSpPr>
        <p:spPr>
          <a:xfrm rot="-5400000">
            <a:off x="-838200" y="3784113"/>
            <a:ext cx="2663100" cy="42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a:t>Random Direction</a:t>
            </a:r>
            <a:endParaRPr/>
          </a:p>
        </p:txBody>
      </p:sp>
      <p:pic>
        <p:nvPicPr>
          <p:cNvPr descr="The 3D trajectory resulted from the Gauss-Markov mobility model in the presence of an obstacle.&#10;&#10;Project website: http://www.cse.unr.edu/~regis/ns-3" id="167" name="Google Shape;167;p25" title="Gauss-Markov with obstacle">
            <a:hlinkClick r:id="rId9"/>
          </p:cNvPr>
          <p:cNvPicPr preferRelativeResize="0"/>
          <p:nvPr/>
        </p:nvPicPr>
        <p:blipFill>
          <a:blip r:embed="rId10">
            <a:alphaModFix/>
          </a:blip>
          <a:stretch>
            <a:fillRect/>
          </a:stretch>
        </p:blipFill>
        <p:spPr>
          <a:xfrm>
            <a:off x="4996517" y="2541738"/>
            <a:ext cx="3469009" cy="2601750"/>
          </a:xfrm>
          <a:prstGeom prst="rect">
            <a:avLst/>
          </a:prstGeom>
          <a:noFill/>
          <a:ln>
            <a:noFill/>
          </a:ln>
        </p:spPr>
      </p:pic>
      <p:sp>
        <p:nvSpPr>
          <p:cNvPr id="168" name="Google Shape;168;p25"/>
          <p:cNvSpPr txBox="1"/>
          <p:nvPr/>
        </p:nvSpPr>
        <p:spPr>
          <a:xfrm rot="5400000">
            <a:off x="7489175" y="3631700"/>
            <a:ext cx="2374500" cy="42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pt-BR"/>
              <a:t>Gauss-Markov</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1447800" y="285750"/>
            <a:ext cx="7391400" cy="5715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pt-BR" sz="2800" u="none" cap="none" strike="noStrike">
                <a:solidFill>
                  <a:schemeClr val="dk2"/>
                </a:solidFill>
                <a:latin typeface="Calibri"/>
                <a:ea typeface="Calibri"/>
                <a:cs typeface="Calibri"/>
                <a:sym typeface="Calibri"/>
              </a:rPr>
              <a:t>External links</a:t>
            </a:r>
            <a:endParaRPr b="1" i="0" sz="2800" u="none" cap="none" strike="noStrike">
              <a:solidFill>
                <a:schemeClr val="dk2"/>
              </a:solidFill>
              <a:latin typeface="Calibri"/>
              <a:ea typeface="Calibri"/>
              <a:cs typeface="Calibri"/>
              <a:sym typeface="Calibri"/>
            </a:endParaRPr>
          </a:p>
        </p:txBody>
      </p:sp>
      <p:sp>
        <p:nvSpPr>
          <p:cNvPr id="174" name="Google Shape;174;p26"/>
          <p:cNvSpPr txBox="1"/>
          <p:nvPr>
            <p:ph idx="1" type="body"/>
          </p:nvPr>
        </p:nvSpPr>
        <p:spPr>
          <a:xfrm>
            <a:off x="1143000" y="1085850"/>
            <a:ext cx="7696200" cy="3657600"/>
          </a:xfrm>
          <a:prstGeom prst="rect">
            <a:avLst/>
          </a:prstGeom>
          <a:noFill/>
          <a:ln>
            <a:noFill/>
          </a:ln>
        </p:spPr>
        <p:txBody>
          <a:bodyPr anchorCtr="0" anchor="t" bIns="45700" lIns="91425" spcFirstLastPara="1" rIns="91425" wrap="square" tIns="45700">
            <a:noAutofit/>
          </a:bodyPr>
          <a:lstStyle/>
          <a:p>
            <a:pPr indent="-79375" lvl="0" marL="231775" marR="0" rtl="0" algn="l">
              <a:spcBef>
                <a:spcPts val="0"/>
              </a:spcBef>
              <a:spcAft>
                <a:spcPts val="0"/>
              </a:spcAft>
              <a:buClr>
                <a:schemeClr val="dk1"/>
              </a:buClr>
              <a:buSzPts val="2400"/>
              <a:buFont typeface="Noto Sans Symbols"/>
              <a:buNone/>
            </a:pPr>
            <a:r>
              <a:t/>
            </a:r>
            <a:endParaRPr b="0" i="0" sz="2400" u="none" cap="none" strike="noStrike">
              <a:solidFill>
                <a:schemeClr val="dk1"/>
              </a:solidFill>
              <a:latin typeface="Calibri"/>
              <a:ea typeface="Calibri"/>
              <a:cs typeface="Calibri"/>
              <a:sym typeface="Calibri"/>
            </a:endParaRPr>
          </a:p>
          <a:p>
            <a:pPr indent="-231775" lvl="0" marL="231775" marR="0" rtl="0" algn="l">
              <a:spcBef>
                <a:spcPts val="480"/>
              </a:spcBef>
              <a:spcAft>
                <a:spcPts val="0"/>
              </a:spcAft>
              <a:buClr>
                <a:schemeClr val="dk1"/>
              </a:buClr>
              <a:buSzPts val="2400"/>
              <a:buFont typeface="Noto Sans Symbols"/>
              <a:buChar char="▪"/>
            </a:pPr>
            <a:r>
              <a:rPr b="0" i="0" lang="pt-BR" sz="2400" u="none" cap="none" strike="noStrike">
                <a:solidFill>
                  <a:schemeClr val="dk1"/>
                </a:solidFill>
                <a:latin typeface="Calibri"/>
                <a:ea typeface="Calibri"/>
                <a:cs typeface="Calibri"/>
                <a:sym typeface="Calibri"/>
              </a:rPr>
              <a:t>Project website: </a:t>
            </a:r>
            <a:endParaRPr/>
          </a:p>
          <a:p>
            <a:pPr indent="0" lvl="0" marL="0" marR="0" rtl="0" algn="l">
              <a:spcBef>
                <a:spcPts val="480"/>
              </a:spcBef>
              <a:spcAft>
                <a:spcPts val="0"/>
              </a:spcAft>
              <a:buClr>
                <a:schemeClr val="dk1"/>
              </a:buClr>
              <a:buSzPts val="2400"/>
              <a:buFont typeface="Noto Sans Symbols"/>
              <a:buNone/>
            </a:pPr>
            <a:r>
              <a:rPr b="0" i="0" lang="pt-BR" sz="2400" u="sng" cap="none" strike="noStrike">
                <a:solidFill>
                  <a:schemeClr val="hlink"/>
                </a:solidFill>
                <a:latin typeface="Calibri"/>
                <a:ea typeface="Calibri"/>
                <a:cs typeface="Calibri"/>
                <a:sym typeface="Calibri"/>
                <a:hlinkClick r:id="rId3"/>
              </a:rPr>
              <a:t>http://www.cse.unr.edu/~regis/ns-3/</a:t>
            </a:r>
            <a:r>
              <a:rPr b="0" i="0" lang="pt-BR" sz="2400" u="none" cap="none" strike="noStrike">
                <a:solidFill>
                  <a:schemeClr val="dk1"/>
                </a:solidFill>
                <a:latin typeface="Calibri"/>
                <a:ea typeface="Calibri"/>
                <a:cs typeface="Calibri"/>
                <a:sym typeface="Calibri"/>
              </a:rPr>
              <a:t> </a:t>
            </a:r>
            <a:endParaRPr/>
          </a:p>
          <a:p>
            <a:pPr indent="-79375" lvl="0" marL="231775" marR="0" rtl="0" algn="l">
              <a:spcBef>
                <a:spcPts val="480"/>
              </a:spcBef>
              <a:spcAft>
                <a:spcPts val="0"/>
              </a:spcAft>
              <a:buClr>
                <a:schemeClr val="dk1"/>
              </a:buClr>
              <a:buSzPts val="2400"/>
              <a:buFont typeface="Noto Sans Symbols"/>
              <a:buNone/>
            </a:pPr>
            <a:r>
              <a:t/>
            </a:r>
            <a:endParaRPr b="0" i="0" sz="2400" u="none" cap="none" strike="noStrike">
              <a:solidFill>
                <a:schemeClr val="dk1"/>
              </a:solidFill>
              <a:latin typeface="Calibri"/>
              <a:ea typeface="Calibri"/>
              <a:cs typeface="Calibri"/>
              <a:sym typeface="Calibri"/>
            </a:endParaRPr>
          </a:p>
          <a:p>
            <a:pPr indent="-231775" lvl="0" marL="231775" marR="0" rtl="0" algn="l">
              <a:spcBef>
                <a:spcPts val="480"/>
              </a:spcBef>
              <a:spcAft>
                <a:spcPts val="0"/>
              </a:spcAft>
              <a:buClr>
                <a:schemeClr val="dk1"/>
              </a:buClr>
              <a:buSzPts val="2400"/>
              <a:buFont typeface="Noto Sans Symbols"/>
              <a:buChar char="▪"/>
            </a:pPr>
            <a:r>
              <a:rPr b="0" i="0" lang="pt-BR" sz="2400" u="none" cap="none" strike="noStrike">
                <a:solidFill>
                  <a:schemeClr val="dk1"/>
                </a:solidFill>
                <a:latin typeface="Calibri"/>
                <a:ea typeface="Calibri"/>
                <a:cs typeface="Calibri"/>
                <a:sym typeface="Calibri"/>
              </a:rPr>
              <a:t>Source-code on GitHub: </a:t>
            </a:r>
            <a:endParaRPr b="0" i="0" sz="2400" u="none" cap="none" strike="noStrike">
              <a:solidFill>
                <a:schemeClr val="dk1"/>
              </a:solidFill>
              <a:latin typeface="Calibri"/>
              <a:ea typeface="Calibri"/>
              <a:cs typeface="Calibri"/>
              <a:sym typeface="Calibri"/>
            </a:endParaRPr>
          </a:p>
          <a:p>
            <a:pPr indent="0" lvl="0" marL="0" marR="0" rtl="0" algn="l">
              <a:spcBef>
                <a:spcPts val="480"/>
              </a:spcBef>
              <a:spcAft>
                <a:spcPts val="0"/>
              </a:spcAft>
              <a:buClr>
                <a:schemeClr val="dk1"/>
              </a:buClr>
              <a:buSzPts val="2400"/>
              <a:buFont typeface="Noto Sans Symbols"/>
              <a:buNone/>
            </a:pPr>
            <a:r>
              <a:rPr b="0" i="0" lang="pt-BR" sz="2400" u="sng" cap="none" strike="noStrike">
                <a:solidFill>
                  <a:schemeClr val="hlink"/>
                </a:solidFill>
                <a:latin typeface="Calibri"/>
                <a:ea typeface="Calibri"/>
                <a:cs typeface="Calibri"/>
                <a:sym typeface="Calibri"/>
                <a:hlinkClick r:id="rId4"/>
              </a:rPr>
              <a:t>https://github.com/regisin/ns-3-obstacles</a:t>
            </a:r>
            <a:endParaRPr b="0" i="0" sz="2400" u="none" cap="none" strike="noStrike">
              <a:solidFill>
                <a:schemeClr val="dk1"/>
              </a:solidFill>
              <a:latin typeface="Calibri"/>
              <a:ea typeface="Calibri"/>
              <a:cs typeface="Calibri"/>
              <a:sym typeface="Calibri"/>
            </a:endParaRPr>
          </a:p>
          <a:p>
            <a:pPr indent="-79375" lvl="0" marL="231775" marR="0" rtl="0" algn="l">
              <a:spcBef>
                <a:spcPts val="480"/>
              </a:spcBef>
              <a:spcAft>
                <a:spcPts val="0"/>
              </a:spcAft>
              <a:buClr>
                <a:schemeClr val="dk1"/>
              </a:buClr>
              <a:buSzPts val="2400"/>
              <a:buFont typeface="Noto Sans Symbols"/>
              <a:buNone/>
            </a:pPr>
            <a:r>
              <a:t/>
            </a:r>
            <a:endParaRPr b="0" i="0" sz="2400" u="none" cap="none" strike="noStrike">
              <a:solidFill>
                <a:schemeClr val="dk1"/>
              </a:solidFill>
              <a:latin typeface="Calibri"/>
              <a:ea typeface="Calibri"/>
              <a:cs typeface="Calibri"/>
              <a:sym typeface="Calibri"/>
            </a:endParaRPr>
          </a:p>
          <a:p>
            <a:pPr indent="-79375" lvl="0" marL="231775" marR="0" rtl="0" algn="l">
              <a:spcBef>
                <a:spcPts val="480"/>
              </a:spcBef>
              <a:spcAft>
                <a:spcPts val="0"/>
              </a:spcAft>
              <a:buClr>
                <a:schemeClr val="dk1"/>
              </a:buClr>
              <a:buSzPts val="2400"/>
              <a:buFont typeface="Noto Sans Symbols"/>
              <a:buNone/>
            </a:pPr>
            <a:r>
              <a:t/>
            </a:r>
            <a:endParaRPr b="0" i="0" sz="2400" u="none" cap="none" strike="noStrike">
              <a:solidFill>
                <a:schemeClr val="dk1"/>
              </a:solidFill>
              <a:latin typeface="Calibri"/>
              <a:ea typeface="Calibri"/>
              <a:cs typeface="Calibri"/>
              <a:sym typeface="Calibri"/>
            </a:endParaRPr>
          </a:p>
        </p:txBody>
      </p:sp>
      <p:sp>
        <p:nvSpPr>
          <p:cNvPr id="175" name="Google Shape;175;p26"/>
          <p:cNvSpPr txBox="1"/>
          <p:nvPr>
            <p:ph idx="4294967295" type="sldNum"/>
          </p:nvPr>
        </p:nvSpPr>
        <p:spPr>
          <a:xfrm>
            <a:off x="7010400" y="4914899"/>
            <a:ext cx="2133600" cy="228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1447800" y="285750"/>
            <a:ext cx="7391400" cy="57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Future work</a:t>
            </a:r>
            <a:endParaRPr/>
          </a:p>
        </p:txBody>
      </p:sp>
      <p:sp>
        <p:nvSpPr>
          <p:cNvPr id="181" name="Google Shape;181;p27"/>
          <p:cNvSpPr txBox="1"/>
          <p:nvPr>
            <p:ph idx="1" type="body"/>
          </p:nvPr>
        </p:nvSpPr>
        <p:spPr>
          <a:xfrm>
            <a:off x="1143000" y="1085850"/>
            <a:ext cx="7696200" cy="3657600"/>
          </a:xfrm>
          <a:prstGeom prst="rect">
            <a:avLst/>
          </a:prstGeom>
        </p:spPr>
        <p:txBody>
          <a:bodyPr anchorCtr="0" anchor="t" bIns="91425" lIns="91425" spcFirstLastPara="1" rIns="91425" wrap="square" tIns="91425">
            <a:noAutofit/>
          </a:bodyPr>
          <a:lstStyle/>
          <a:p>
            <a:pPr indent="-381000" lvl="0" marL="457200" rtl="0" algn="l">
              <a:spcBef>
                <a:spcPts val="480"/>
              </a:spcBef>
              <a:spcAft>
                <a:spcPts val="0"/>
              </a:spcAft>
              <a:buSzPts val="2400"/>
              <a:buChar char="▪"/>
            </a:pPr>
            <a:r>
              <a:rPr lang="pt-BR"/>
              <a:t>Network-aware application and application-aware network:</a:t>
            </a:r>
            <a:endParaRPr/>
          </a:p>
          <a:p>
            <a:pPr indent="0" lvl="0" marL="0" rtl="0" algn="l">
              <a:spcBef>
                <a:spcPts val="480"/>
              </a:spcBef>
              <a:spcAft>
                <a:spcPts val="0"/>
              </a:spcAft>
              <a:buNone/>
            </a:pPr>
            <a:r>
              <a:t/>
            </a:r>
            <a:endParaRPr/>
          </a:p>
          <a:p>
            <a:pPr indent="-381000" lvl="1" marL="914400" rtl="0" algn="l">
              <a:spcBef>
                <a:spcPts val="480"/>
              </a:spcBef>
              <a:spcAft>
                <a:spcPts val="0"/>
              </a:spcAft>
              <a:buSzPts val="2400"/>
              <a:buChar char="−"/>
            </a:pPr>
            <a:r>
              <a:rPr lang="pt-BR"/>
              <a:t>Application will adapt depending on current network conditions (generate data in a different if network is lossy)</a:t>
            </a:r>
            <a:endParaRPr/>
          </a:p>
          <a:p>
            <a:pPr indent="-381000" lvl="1" marL="914400" rtl="0" algn="l">
              <a:spcBef>
                <a:spcPts val="0"/>
              </a:spcBef>
              <a:spcAft>
                <a:spcPts val="0"/>
              </a:spcAft>
              <a:buSzPts val="2400"/>
              <a:buChar char="−"/>
            </a:pPr>
            <a:r>
              <a:rPr lang="pt-BR"/>
              <a:t>Network will create redundant packets and send them through different paths to reduce risk of loss</a:t>
            </a:r>
            <a:endParaRPr/>
          </a:p>
        </p:txBody>
      </p:sp>
      <p:sp>
        <p:nvSpPr>
          <p:cNvPr id="182" name="Google Shape;182;p27"/>
          <p:cNvSpPr txBox="1"/>
          <p:nvPr>
            <p:ph idx="4294967295" type="sldNum"/>
          </p:nvPr>
        </p:nvSpPr>
        <p:spPr>
          <a:xfrm>
            <a:off x="7010400" y="4914899"/>
            <a:ext cx="2133600" cy="228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6" name="Shape 186"/>
        <p:cNvGrpSpPr/>
        <p:nvPr/>
      </p:nvGrpSpPr>
      <p:grpSpPr>
        <a:xfrm>
          <a:off x="0" y="0"/>
          <a:ext cx="0" cy="0"/>
          <a:chOff x="0" y="0"/>
          <a:chExt cx="0" cy="0"/>
        </a:xfrm>
      </p:grpSpPr>
      <p:sp>
        <p:nvSpPr>
          <p:cNvPr id="187" name="Google Shape;187;p28"/>
          <p:cNvSpPr txBox="1"/>
          <p:nvPr>
            <p:ph type="title"/>
          </p:nvPr>
        </p:nvSpPr>
        <p:spPr>
          <a:xfrm>
            <a:off x="1447800" y="285750"/>
            <a:ext cx="7391400" cy="57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Future work</a:t>
            </a:r>
            <a:endParaRPr/>
          </a:p>
        </p:txBody>
      </p:sp>
      <p:sp>
        <p:nvSpPr>
          <p:cNvPr id="188" name="Google Shape;188;p28"/>
          <p:cNvSpPr txBox="1"/>
          <p:nvPr>
            <p:ph idx="1" type="body"/>
          </p:nvPr>
        </p:nvSpPr>
        <p:spPr>
          <a:xfrm>
            <a:off x="1143000" y="1085850"/>
            <a:ext cx="7696200" cy="3657600"/>
          </a:xfrm>
          <a:prstGeom prst="rect">
            <a:avLst/>
          </a:prstGeom>
        </p:spPr>
        <p:txBody>
          <a:bodyPr anchorCtr="0" anchor="t" bIns="91425" lIns="91425" spcFirstLastPara="1" rIns="91425" wrap="square" tIns="91425">
            <a:noAutofit/>
          </a:bodyPr>
          <a:lstStyle/>
          <a:p>
            <a:pPr indent="-381000" lvl="0" marL="457200" rtl="0" algn="l">
              <a:spcBef>
                <a:spcPts val="480"/>
              </a:spcBef>
              <a:spcAft>
                <a:spcPts val="0"/>
              </a:spcAft>
              <a:buSzPts val="2400"/>
              <a:buChar char="▪"/>
            </a:pPr>
            <a:r>
              <a:rPr lang="pt-BR"/>
              <a:t>Network-constrained node deployment/placement:</a:t>
            </a:r>
            <a:endParaRPr/>
          </a:p>
          <a:p>
            <a:pPr indent="0" lvl="0" marL="0" rtl="0" algn="l">
              <a:spcBef>
                <a:spcPts val="480"/>
              </a:spcBef>
              <a:spcAft>
                <a:spcPts val="0"/>
              </a:spcAft>
              <a:buNone/>
            </a:pPr>
            <a:r>
              <a:t/>
            </a:r>
            <a:endParaRPr/>
          </a:p>
          <a:p>
            <a:pPr indent="-381000" lvl="1" marL="914400" rtl="0" algn="l">
              <a:spcBef>
                <a:spcPts val="480"/>
              </a:spcBef>
              <a:spcAft>
                <a:spcPts val="0"/>
              </a:spcAft>
              <a:buSzPts val="2400"/>
              <a:buChar char="−"/>
            </a:pPr>
            <a:r>
              <a:rPr lang="pt-BR"/>
              <a:t>Find the best positions to deploy a UAV network without compromising connectivity and increasing coverage</a:t>
            </a:r>
            <a:endParaRPr/>
          </a:p>
          <a:p>
            <a:pPr indent="-381000" lvl="1" marL="914400" rtl="0" algn="l">
              <a:spcBef>
                <a:spcPts val="0"/>
              </a:spcBef>
              <a:spcAft>
                <a:spcPts val="0"/>
              </a:spcAft>
              <a:buSzPts val="2400"/>
              <a:buChar char="−"/>
            </a:pPr>
            <a:r>
              <a:rPr lang="pt-BR"/>
              <a:t>Minimize the number of aircrafts needed, saving resources and potential for interference</a:t>
            </a:r>
            <a:endParaRPr/>
          </a:p>
        </p:txBody>
      </p:sp>
      <p:sp>
        <p:nvSpPr>
          <p:cNvPr id="189" name="Google Shape;189;p28"/>
          <p:cNvSpPr txBox="1"/>
          <p:nvPr>
            <p:ph idx="4294967295" type="sldNum"/>
          </p:nvPr>
        </p:nvSpPr>
        <p:spPr>
          <a:xfrm>
            <a:off x="7010400" y="4914899"/>
            <a:ext cx="2133600" cy="228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3" name="Shape 193"/>
        <p:cNvGrpSpPr/>
        <p:nvPr/>
      </p:nvGrpSpPr>
      <p:grpSpPr>
        <a:xfrm>
          <a:off x="0" y="0"/>
          <a:ext cx="0" cy="0"/>
          <a:chOff x="0" y="0"/>
          <a:chExt cx="0" cy="0"/>
        </a:xfrm>
      </p:grpSpPr>
      <p:sp>
        <p:nvSpPr>
          <p:cNvPr id="194" name="Google Shape;194;p29"/>
          <p:cNvSpPr txBox="1"/>
          <p:nvPr>
            <p:ph type="title"/>
          </p:nvPr>
        </p:nvSpPr>
        <p:spPr>
          <a:xfrm>
            <a:off x="1447800" y="285750"/>
            <a:ext cx="7391400" cy="57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Future work</a:t>
            </a:r>
            <a:endParaRPr/>
          </a:p>
        </p:txBody>
      </p:sp>
      <p:sp>
        <p:nvSpPr>
          <p:cNvPr id="195" name="Google Shape;195;p29"/>
          <p:cNvSpPr txBox="1"/>
          <p:nvPr>
            <p:ph idx="1" type="body"/>
          </p:nvPr>
        </p:nvSpPr>
        <p:spPr>
          <a:xfrm>
            <a:off x="0" y="1085850"/>
            <a:ext cx="4532400" cy="3657600"/>
          </a:xfrm>
          <a:prstGeom prst="rect">
            <a:avLst/>
          </a:prstGeom>
        </p:spPr>
        <p:txBody>
          <a:bodyPr anchorCtr="0" anchor="t" bIns="91425" lIns="91425" spcFirstLastPara="1" rIns="91425" wrap="square" tIns="91425">
            <a:noAutofit/>
          </a:bodyPr>
          <a:lstStyle/>
          <a:p>
            <a:pPr indent="-381000" lvl="0" marL="457200" rtl="0" algn="l">
              <a:spcBef>
                <a:spcPts val="480"/>
              </a:spcBef>
              <a:spcAft>
                <a:spcPts val="0"/>
              </a:spcAft>
              <a:buSzPts val="2400"/>
              <a:buChar char="▪"/>
            </a:pPr>
            <a:r>
              <a:rPr lang="pt-BR"/>
              <a:t>Testbed development (in parallel):</a:t>
            </a:r>
            <a:endParaRPr/>
          </a:p>
          <a:p>
            <a:pPr indent="-355600" lvl="1" marL="914400" rtl="0" algn="l">
              <a:spcBef>
                <a:spcPts val="0"/>
              </a:spcBef>
              <a:spcAft>
                <a:spcPts val="0"/>
              </a:spcAft>
              <a:buSzPts val="2000"/>
              <a:buChar char="−"/>
            </a:pPr>
            <a:r>
              <a:rPr lang="pt-BR" sz="2000"/>
              <a:t>Build a proof-of-concept testbed where the proposed/future mechanisms can be validated</a:t>
            </a:r>
            <a:endParaRPr sz="2000"/>
          </a:p>
          <a:p>
            <a:pPr indent="-355600" lvl="1" marL="914400" rtl="0" algn="l">
              <a:spcBef>
                <a:spcPts val="0"/>
              </a:spcBef>
              <a:spcAft>
                <a:spcPts val="0"/>
              </a:spcAft>
              <a:buSzPts val="2000"/>
              <a:buChar char="−"/>
            </a:pPr>
            <a:r>
              <a:rPr lang="pt-BR" sz="2000"/>
              <a:t>Have modularity in mind to be able to update the hardware as new technologies become available</a:t>
            </a:r>
            <a:endParaRPr sz="2000"/>
          </a:p>
        </p:txBody>
      </p:sp>
      <p:sp>
        <p:nvSpPr>
          <p:cNvPr id="196" name="Google Shape;196;p29"/>
          <p:cNvSpPr txBox="1"/>
          <p:nvPr>
            <p:ph idx="4294967295" type="sldNum"/>
          </p:nvPr>
        </p:nvSpPr>
        <p:spPr>
          <a:xfrm>
            <a:off x="7010400" y="4914899"/>
            <a:ext cx="2133600" cy="228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pic>
        <p:nvPicPr>
          <p:cNvPr descr="This is a demo video of an on-going multi-hop wireless mobile mesh network project.&#10;&#10;The wireless mesh network consists of 4 static nodes and 1 mobile node (the camera). The camera node streams to the first node (the screen being filmed). As it moves further and further, the stream quality drops (becomes laggier), until when it finally stops completely, when the camera loses connection with the network.&#10;&#10;Project website: https://github.com/regisin/olsrd" id="197" name="Google Shape;197;p29" title="Video streaming over a multi-hop mobile wireless mesh network">
            <a:hlinkClick r:id="rId3"/>
          </p:cNvPr>
          <p:cNvPicPr preferRelativeResize="0"/>
          <p:nvPr/>
        </p:nvPicPr>
        <p:blipFill>
          <a:blip r:embed="rId4">
            <a:alphaModFix/>
          </a:blip>
          <a:stretch>
            <a:fillRect/>
          </a:stretch>
        </p:blipFill>
        <p:spPr>
          <a:xfrm>
            <a:off x="4532275" y="1485900"/>
            <a:ext cx="4572000" cy="3429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1" name="Shape 201"/>
        <p:cNvGrpSpPr/>
        <p:nvPr/>
      </p:nvGrpSpPr>
      <p:grpSpPr>
        <a:xfrm>
          <a:off x="0" y="0"/>
          <a:ext cx="0" cy="0"/>
          <a:chOff x="0" y="0"/>
          <a:chExt cx="0" cy="0"/>
        </a:xfrm>
      </p:grpSpPr>
      <p:sp>
        <p:nvSpPr>
          <p:cNvPr id="202" name="Google Shape;202;p30"/>
          <p:cNvSpPr txBox="1"/>
          <p:nvPr>
            <p:ph idx="4294967295" type="sldNum"/>
          </p:nvPr>
        </p:nvSpPr>
        <p:spPr>
          <a:xfrm>
            <a:off x="8472458" y="3497413"/>
            <a:ext cx="548700" cy="295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sz="1400">
                <a:solidFill>
                  <a:schemeClr val="lt1"/>
                </a:solidFill>
              </a:rPr>
              <a:t>‹#›</a:t>
            </a:fld>
            <a:endParaRPr sz="1400">
              <a:solidFill>
                <a:schemeClr val="lt1"/>
              </a:solidFill>
            </a:endParaRPr>
          </a:p>
        </p:txBody>
      </p:sp>
      <p:sp>
        <p:nvSpPr>
          <p:cNvPr id="203" name="Google Shape;203;p30"/>
          <p:cNvSpPr txBox="1"/>
          <p:nvPr/>
        </p:nvSpPr>
        <p:spPr>
          <a:xfrm>
            <a:off x="304800" y="1885950"/>
            <a:ext cx="8229600" cy="85725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None/>
            </a:pPr>
            <a:r>
              <a:rPr b="1" lang="pt-BR" sz="4000">
                <a:solidFill>
                  <a:schemeClr val="dk2"/>
                </a:solidFill>
                <a:latin typeface="Times New Roman"/>
                <a:ea typeface="Times New Roman"/>
                <a:cs typeface="Times New Roman"/>
                <a:sym typeface="Times New Roman"/>
              </a:rPr>
              <a:t>Thank  You!</a:t>
            </a:r>
            <a:endParaRPr b="1" sz="4000">
              <a:solidFill>
                <a:schemeClr val="dk2"/>
              </a:solidFill>
              <a:latin typeface="Times New Roman"/>
              <a:ea typeface="Times New Roman"/>
              <a:cs typeface="Times New Roman"/>
              <a:sym typeface="Times New Roman"/>
            </a:endParaRPr>
          </a:p>
        </p:txBody>
      </p:sp>
      <p:sp>
        <p:nvSpPr>
          <p:cNvPr id="204" name="Google Shape;204;p30"/>
          <p:cNvSpPr txBox="1"/>
          <p:nvPr>
            <p:ph idx="4294967295" type="sldNum"/>
          </p:nvPr>
        </p:nvSpPr>
        <p:spPr>
          <a:xfrm>
            <a:off x="7010400" y="4914899"/>
            <a:ext cx="2133600" cy="228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NR-Landscape">
  <a:themeElements>
    <a:clrScheme name="2_UNR-landscap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